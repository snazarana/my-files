
<file path=[Content_Types].xml><?xml version="1.0" encoding="utf-8"?>
<Types xmlns="http://schemas.openxmlformats.org/package/2006/content-types"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8"/>
  </p:notesMasterIdLst>
  <p:sldIdLst>
    <p:sldId id="304" r:id="rId5"/>
    <p:sldId id="300" r:id="rId6"/>
    <p:sldId id="305" r:id="rId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4" name="Author" initials="A" lastIdx="0" clrIdx="3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9AA19"/>
    <a:srgbClr val="0A4054"/>
    <a:srgbClr val="66B2B0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017" autoAdjust="0"/>
    <p:restoredTop sz="93750" autoAdjust="0"/>
  </p:normalViewPr>
  <p:slideViewPr>
    <p:cSldViewPr snapToGrid="0">
      <p:cViewPr varScale="1">
        <p:scale>
          <a:sx n="67" d="100"/>
          <a:sy n="67" d="100"/>
        </p:scale>
        <p:origin x="756" y="44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notesMaster" Target="notesMasters/notesMaster1.xml"/><Relationship Id="rId13" Type="http://schemas.openxmlformats.org/officeDocument/2006/relationships/tableStyles" Target="tableStyles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theme" Target="theme/theme1.xml"/><Relationship Id="rId2" Type="http://schemas.openxmlformats.org/officeDocument/2006/relationships/customXml" Target="../customXml/item2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viewProps" Target="viewProps.xml"/><Relationship Id="rId5" Type="http://schemas.openxmlformats.org/officeDocument/2006/relationships/slide" Target="slides/slide1.xml"/><Relationship Id="rId10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commentAuthors" Target="commentAuthors.xml"/><Relationship Id="rId14" Type="http://schemas.microsoft.com/office/2018/10/relationships/authors" Target="author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771A-4594-82A0-C89B5BF823AD}"/>
              </c:ext>
            </c:extLst>
          </c:dPt>
          <c:dPt>
            <c:idx val="1"/>
            <c:bubble3D val="0"/>
            <c:spPr>
              <a:solidFill>
                <a:schemeClr val="accent1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71A-4594-82A0-C89B5BF823AD}"/>
              </c:ext>
            </c:extLst>
          </c:dPt>
          <c:dPt>
            <c:idx val="2"/>
            <c:bubble3D val="0"/>
            <c:spPr>
              <a:solidFill>
                <a:schemeClr val="accent1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4-771A-4594-82A0-C89B5BF823AD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accent4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771A-4594-82A0-C89B5BF823AD}"/>
              </c:ext>
            </c:extLst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1A-4594-82A0-C89B5BF823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21C3-4779-B61E-0C2A0834FDDD}"/>
              </c:ext>
            </c:extLst>
          </c:dPt>
          <c:dPt>
            <c:idx val="1"/>
            <c:bubble3D val="0"/>
            <c:spPr>
              <a:solidFill>
                <a:schemeClr val="accent1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4-21C3-4779-B61E-0C2A0834FDDD}"/>
              </c:ext>
            </c:extLst>
          </c:dPt>
          <c:dPt>
            <c:idx val="2"/>
            <c:bubble3D val="0"/>
            <c:spPr>
              <a:solidFill>
                <a:schemeClr val="accent4"/>
              </a:solidFill>
              <a:ln w="19050">
                <a:solidFill>
                  <a:schemeClr val="accent4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21C3-4779-B61E-0C2A0834FDDD}"/>
              </c:ext>
            </c:extLst>
          </c:dPt>
          <c:dPt>
            <c:idx val="3"/>
            <c:bubble3D val="0"/>
            <c:spPr>
              <a:solidFill>
                <a:schemeClr val="accent1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21C3-4779-B61E-0C2A0834FDDD}"/>
              </c:ext>
            </c:extLst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C3-4779-B61E-0C2A0834FDD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4-752D-4CDD-9674-82BA09E56419}"/>
              </c:ext>
            </c:extLst>
          </c:dPt>
          <c:dPt>
            <c:idx val="1"/>
            <c:bubble3D val="0"/>
            <c:spPr>
              <a:solidFill>
                <a:schemeClr val="accent4"/>
              </a:solidFill>
              <a:ln w="19050">
                <a:solidFill>
                  <a:schemeClr val="accent4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752D-4CDD-9674-82BA09E56419}"/>
              </c:ext>
            </c:extLst>
          </c:dPt>
          <c:dPt>
            <c:idx val="2"/>
            <c:bubble3D val="0"/>
            <c:spPr>
              <a:solidFill>
                <a:schemeClr val="accent1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752D-4CDD-9674-82BA09E56419}"/>
              </c:ext>
            </c:extLst>
          </c:dPt>
          <c:dPt>
            <c:idx val="3"/>
            <c:bubble3D val="0"/>
            <c:spPr>
              <a:solidFill>
                <a:schemeClr val="accent1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52D-4CDD-9674-82BA09E56419}"/>
              </c:ext>
            </c:extLst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52D-4CDD-9674-82BA09E5641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  <a:ln w="19050">
                <a:solidFill>
                  <a:schemeClr val="accent4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27A9-4B1F-8F71-37D96CFC509A}"/>
              </c:ext>
            </c:extLst>
          </c:dPt>
          <c:dPt>
            <c:idx val="1"/>
            <c:bubble3D val="0"/>
            <c:spPr>
              <a:solidFill>
                <a:schemeClr val="accent1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27A9-4B1F-8F71-37D96CFC509A}"/>
              </c:ext>
            </c:extLst>
          </c:dPt>
          <c:dPt>
            <c:idx val="2"/>
            <c:bubble3D val="0"/>
            <c:spPr>
              <a:solidFill>
                <a:schemeClr val="accent1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27A9-4B1F-8F71-37D96CFC509A}"/>
              </c:ext>
            </c:extLst>
          </c:dPt>
          <c:dPt>
            <c:idx val="3"/>
            <c:bubble3D val="0"/>
            <c:spPr>
              <a:solidFill>
                <a:schemeClr val="accent1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4-27A9-4B1F-8F71-37D96CFC509A}"/>
              </c:ext>
            </c:extLst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7A9-4B1F-8F71-37D96CFC50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7D16CA8-7DCC-4F2C-A1EF-C632B9D3E96D}" type="datetimeFigureOut">
              <a:rPr lang="en-US" smtClean="0"/>
              <a:t>8/25/2022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B990660-4B7D-4C11-96DB-B19FFA8CA9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ctangle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6.53</a:t>
            </a:r>
          </a:p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anchor="b">
            <a:normAutofit/>
          </a:bodyPr>
          <a:lstStyle>
            <a:lvl1pPr algn="l">
              <a:defRPr sz="3800" b="1"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grpSp>
        <p:nvGrpSpPr>
          <p:cNvPr id="10" name="Picture Placeholder 16" descr="abstract colorful illustration of buildings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bout 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grpSp>
        <p:nvGrpSpPr>
          <p:cNvPr id="971" name="Picture Placeholder 986" descr="abstract colorful illustration of buildings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Picture Placeholder 57" descr="abstract colorful illustration of buildings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Picture Placeholder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/>
          <a:lstStyle>
            <a:lvl1pPr algn="l">
              <a:defRPr/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oduct Overview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Picture Placeholder 1029" descr="abstract colorful illustration of buildings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9" name="Text Placeholder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roduct Benefi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4" name="Text Placeholder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5" name="Text Placeholder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dirty="0"/>
              <a:t>CLICK TO EDIT TITLE</a:t>
            </a:r>
          </a:p>
        </p:txBody>
      </p:sp>
      <p:grpSp>
        <p:nvGrpSpPr>
          <p:cNvPr id="7" name="Picture Placeholder 795" descr="abstract colorful illustration of buildings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usiness Mod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0" name="Text Placeholder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2</a:t>
            </a:r>
            <a:endParaRPr lang="en-ZA" dirty="0"/>
          </a:p>
        </p:txBody>
      </p:sp>
      <p:sp>
        <p:nvSpPr>
          <p:cNvPr id="16" name="Text Placeholder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3</a:t>
            </a:r>
            <a:endParaRPr lang="en-ZA" dirty="0"/>
          </a:p>
        </p:txBody>
      </p:sp>
      <p:sp>
        <p:nvSpPr>
          <p:cNvPr id="24" name="Text Placeholder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4</a:t>
            </a:r>
            <a:endParaRPr lang="en-ZA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Market 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4" name="Date Placeholder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Market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EDIT TITLE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19" name="Date Placeholder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e Placeholder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Growth Strategy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2" name="Text Placeholder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4" name="Text Placeholder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20" name="Text Placeholder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1" name="Text Placeholder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3" name="Text Placeholder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grpSp>
        <p:nvGrpSpPr>
          <p:cNvPr id="956" name="Picture Placeholder 1925" descr="abstract colorful illustration of buildings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959" name="Footer Placeholder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/>
          <a:lstStyle>
            <a:lvl1pPr algn="ctr"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3544" y="2670048"/>
            <a:ext cx="4901184" cy="32004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64224" y="2532888"/>
            <a:ext cx="5166360" cy="369417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4" name="Text Placeholder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9" name="Text Placeholder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 Placeholder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Item Title</a:t>
            </a:r>
            <a:endParaRPr lang="en-ZA" dirty="0"/>
          </a:p>
        </p:txBody>
      </p:sp>
      <p:sp>
        <p:nvSpPr>
          <p:cNvPr id="67" name="Text Placeholder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dirty="0"/>
              <a:t>Month, Year</a:t>
            </a:r>
            <a:endParaRPr lang="en-ZA" dirty="0"/>
          </a:p>
        </p:txBody>
      </p:sp>
      <p:sp>
        <p:nvSpPr>
          <p:cNvPr id="68" name="Date Placeholder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c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5924" y="1825625"/>
            <a:ext cx="10360152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eam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5" name="Picture Placeholder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9" name="Picture Placeholder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3" name="Picture Placeholder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eam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Picture Placeholder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3" name="Picture Placeholder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" name="Picture Placeholder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7" name="Picture Placeholder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5" name="Text Placeholder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9" name="Text Placeholder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0" name="Text Placeholder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3" name="Text Placeholder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4" name="Text Placeholder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7" name="Text Placeholder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8" name="Text Placeholder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Picture Placeholder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Picture Placeholder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Picture Placeholder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Picture Placeholder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un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8" name="Content Placeholder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Content Placeholder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Content Placeholder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2" name="Text Placeholder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1" name="Text Placeholder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Summary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Picture Placeholder 20" descr="abstract colorful illustration of buildings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/>
          <a:lstStyle/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75" name="Text Placeholder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17336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hank You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anchor="b" anchorCtr="0"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grpSp>
        <p:nvGrpSpPr>
          <p:cNvPr id="10" name="Picture Placeholder 44" descr="abstract colorful illustration of buildings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9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37376" y="1874520"/>
            <a:ext cx="4840224" cy="1547583"/>
          </a:xfrm>
        </p:spPr>
        <p:txBody>
          <a:bodyPr/>
          <a:lstStyle/>
          <a:p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STEPPING STONES</a:t>
            </a:r>
          </a:p>
        </p:txBody>
      </p:sp>
      <p:sp>
        <p:nvSpPr>
          <p:cNvPr id="20" name="Subtitle 2">
            <a:extLst>
              <a:ext uri="{FF2B5EF4-FFF2-40B4-BE49-F238E27FC236}">
                <a16:creationId xmlns:a16="http://schemas.microsoft.com/office/drawing/2014/main" id="{B1DFF4FF-96BE-9147-96D1-A240ED566C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>
            <a:noAutofit/>
          </a:bodyPr>
          <a:lstStyle/>
          <a:p>
            <a:r>
              <a:rPr lang="en-US" sz="3200" b="1" dirty="0">
                <a:solidFill>
                  <a:schemeClr val="accent3">
                    <a:lumMod val="50000"/>
                  </a:schemeClr>
                </a:solidFill>
              </a:rPr>
              <a:t>Siva Krishna </a:t>
            </a:r>
            <a:r>
              <a:rPr lang="en-US" sz="3200" b="1" dirty="0" err="1">
                <a:solidFill>
                  <a:schemeClr val="accent3">
                    <a:lumMod val="50000"/>
                  </a:schemeClr>
                </a:solidFill>
              </a:rPr>
              <a:t>Mulupuri</a:t>
            </a:r>
            <a:endParaRPr lang="en-US" sz="3200" b="1" dirty="0">
              <a:solidFill>
                <a:schemeClr val="accent3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2652D5-79D1-472D-A29A-E1E6F1C209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/>
          <a:lstStyle/>
          <a:p>
            <a:r>
              <a:rPr lang="en-US" dirty="0">
                <a:solidFill>
                  <a:srgbClr val="66B2B0"/>
                </a:solidFill>
              </a:rPr>
              <a:t>INDUCTOR</a:t>
            </a:r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 </a:t>
            </a:r>
            <a:r>
              <a:rPr lang="en-US" dirty="0"/>
              <a:t>TO </a:t>
            </a:r>
            <a:r>
              <a:rPr lang="en-US" dirty="0">
                <a:solidFill>
                  <a:srgbClr val="F9AA19"/>
                </a:solidFill>
              </a:rPr>
              <a:t>IT</a:t>
            </a:r>
            <a:endParaRPr lang="en-US" dirty="0"/>
          </a:p>
        </p:txBody>
      </p:sp>
      <p:graphicFrame>
        <p:nvGraphicFramePr>
          <p:cNvPr id="56" name="Content Placeholder 55" descr="pie chart">
            <a:extLst>
              <a:ext uri="{FF2B5EF4-FFF2-40B4-BE49-F238E27FC236}">
                <a16:creationId xmlns:a16="http://schemas.microsoft.com/office/drawing/2014/main" id="{A0398DF1-BBE0-43CF-8DE1-34552BBF1002}"/>
              </a:ext>
            </a:extLst>
          </p:cNvPr>
          <p:cNvGraphicFramePr>
            <a:graphicFrameLocks noGrp="1"/>
          </p:cNvGraphicFramePr>
          <p:nvPr>
            <p:ph sz="quarter" idx="22"/>
            <p:extLst>
              <p:ext uri="{D42A27DB-BD31-4B8C-83A1-F6EECF244321}">
                <p14:modId xmlns:p14="http://schemas.microsoft.com/office/powerpoint/2010/main" val="4077810985"/>
              </p:ext>
            </p:extLst>
          </p:nvPr>
        </p:nvGraphicFramePr>
        <p:xfrm>
          <a:off x="1028700" y="2005013"/>
          <a:ext cx="1828800" cy="17367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7B9A799C-8F27-4895-85E0-BD68E0239DA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914400" y="3886200"/>
            <a:ext cx="2057400" cy="548640"/>
          </a:xfrm>
        </p:spPr>
        <p:txBody>
          <a:bodyPr/>
          <a:lstStyle/>
          <a:p>
            <a:r>
              <a:rPr lang="en-US" b="1" dirty="0"/>
              <a:t>GRADUATION</a:t>
            </a:r>
          </a:p>
        </p:txBody>
      </p:sp>
      <p:sp>
        <p:nvSpPr>
          <p:cNvPr id="34" name="Text Placeholder 33">
            <a:extLst>
              <a:ext uri="{FF2B5EF4-FFF2-40B4-BE49-F238E27FC236}">
                <a16:creationId xmlns:a16="http://schemas.microsoft.com/office/drawing/2014/main" id="{54B16A7E-A664-441C-A7E3-BCE7A40053A5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914400" y="4544568"/>
            <a:ext cx="2057400" cy="274320"/>
          </a:xfrm>
        </p:spPr>
        <p:txBody>
          <a:bodyPr/>
          <a:lstStyle/>
          <a:p>
            <a:r>
              <a:rPr lang="en-US" dirty="0"/>
              <a:t>ANITS(A.U)</a:t>
            </a:r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4D14FC78-1753-431B-B8F5-90E1FB7CB142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914400" y="4919472"/>
            <a:ext cx="2057400" cy="914400"/>
          </a:xfrm>
        </p:spPr>
        <p:txBody>
          <a:bodyPr/>
          <a:lstStyle/>
          <a:p>
            <a:r>
              <a:rPr lang="en-ZA" dirty="0"/>
              <a:t>ELECTRICAL AND ELECTRONICS ENGINEERING</a:t>
            </a:r>
          </a:p>
        </p:txBody>
      </p:sp>
      <p:graphicFrame>
        <p:nvGraphicFramePr>
          <p:cNvPr id="59" name="Content Placeholder 58" descr="pie chart&#10;">
            <a:extLst>
              <a:ext uri="{FF2B5EF4-FFF2-40B4-BE49-F238E27FC236}">
                <a16:creationId xmlns:a16="http://schemas.microsoft.com/office/drawing/2014/main" id="{5A9396F6-B1E5-45FC-95C1-0AE5BA630B9E}"/>
              </a:ext>
            </a:extLst>
          </p:cNvPr>
          <p:cNvGraphicFramePr>
            <a:graphicFrameLocks noGrp="1"/>
          </p:cNvGraphicFramePr>
          <p:nvPr>
            <p:ph sz="quarter" idx="25"/>
            <p:extLst>
              <p:ext uri="{D42A27DB-BD31-4B8C-83A1-F6EECF244321}">
                <p14:modId xmlns:p14="http://schemas.microsoft.com/office/powerpoint/2010/main" val="1044263881"/>
              </p:ext>
            </p:extLst>
          </p:nvPr>
        </p:nvGraphicFramePr>
        <p:xfrm>
          <a:off x="3794125" y="2005013"/>
          <a:ext cx="1828800" cy="17367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43F6CB49-6C64-4681-9E98-E3A2C31ADCCB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3679826" y="3886200"/>
            <a:ext cx="2057400" cy="548640"/>
          </a:xfrm>
        </p:spPr>
        <p:txBody>
          <a:bodyPr/>
          <a:lstStyle/>
          <a:p>
            <a:r>
              <a:rPr lang="en-US" b="1" dirty="0"/>
              <a:t>CAPGEMINI</a:t>
            </a:r>
          </a:p>
        </p:txBody>
      </p:sp>
      <p:sp>
        <p:nvSpPr>
          <p:cNvPr id="35" name="Text Placeholder 34">
            <a:extLst>
              <a:ext uri="{FF2B5EF4-FFF2-40B4-BE49-F238E27FC236}">
                <a16:creationId xmlns:a16="http://schemas.microsoft.com/office/drawing/2014/main" id="{213A1C37-F5D9-4F1A-B4DC-0790310155F0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3679826" y="4544568"/>
            <a:ext cx="2057400" cy="274320"/>
          </a:xfrm>
        </p:spPr>
        <p:txBody>
          <a:bodyPr/>
          <a:lstStyle/>
          <a:p>
            <a:r>
              <a:rPr lang="en-US" dirty="0"/>
              <a:t>A4 ANALYST</a:t>
            </a:r>
          </a:p>
        </p:txBody>
      </p:sp>
      <p:sp>
        <p:nvSpPr>
          <p:cNvPr id="26" name="Text Placeholder 25">
            <a:extLst>
              <a:ext uri="{FF2B5EF4-FFF2-40B4-BE49-F238E27FC236}">
                <a16:creationId xmlns:a16="http://schemas.microsoft.com/office/drawing/2014/main" id="{30F312E1-B73C-4A9F-BE0B-3F7086F2EF94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679826" y="4919472"/>
            <a:ext cx="2057400" cy="914400"/>
          </a:xfrm>
        </p:spPr>
        <p:txBody>
          <a:bodyPr/>
          <a:lstStyle/>
          <a:p>
            <a:r>
              <a:rPr lang="en-ZA" dirty="0"/>
              <a:t>TRAINED ON JAVA AND ANGULAR</a:t>
            </a:r>
          </a:p>
        </p:txBody>
      </p:sp>
      <p:graphicFrame>
        <p:nvGraphicFramePr>
          <p:cNvPr id="62" name="Content Placeholder 61" descr="pie chart&#10;">
            <a:extLst>
              <a:ext uri="{FF2B5EF4-FFF2-40B4-BE49-F238E27FC236}">
                <a16:creationId xmlns:a16="http://schemas.microsoft.com/office/drawing/2014/main" id="{D5C78755-D43A-44CA-8E4E-61E6F4E372B4}"/>
              </a:ext>
            </a:extLst>
          </p:cNvPr>
          <p:cNvGraphicFramePr>
            <a:graphicFrameLocks noGrp="1"/>
          </p:cNvGraphicFramePr>
          <p:nvPr>
            <p:ph sz="quarter" idx="31"/>
            <p:extLst>
              <p:ext uri="{D42A27DB-BD31-4B8C-83A1-F6EECF244321}">
                <p14:modId xmlns:p14="http://schemas.microsoft.com/office/powerpoint/2010/main" val="1536824150"/>
              </p:ext>
            </p:extLst>
          </p:nvPr>
        </p:nvGraphicFramePr>
        <p:xfrm>
          <a:off x="6559550" y="2005013"/>
          <a:ext cx="1828800" cy="17367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1" name="Text Placeholder 30">
            <a:extLst>
              <a:ext uri="{FF2B5EF4-FFF2-40B4-BE49-F238E27FC236}">
                <a16:creationId xmlns:a16="http://schemas.microsoft.com/office/drawing/2014/main" id="{99CE77AE-959F-4E62-926C-F8B6665E125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445252" y="3886200"/>
            <a:ext cx="2057400" cy="548640"/>
          </a:xfrm>
        </p:spPr>
        <p:txBody>
          <a:bodyPr/>
          <a:lstStyle/>
          <a:p>
            <a:r>
              <a:rPr lang="en-US" b="1" dirty="0"/>
              <a:t>CLOUD</a:t>
            </a:r>
          </a:p>
        </p:txBody>
      </p:sp>
      <p:sp>
        <p:nvSpPr>
          <p:cNvPr id="53" name="Text Placeholder 52">
            <a:extLst>
              <a:ext uri="{FF2B5EF4-FFF2-40B4-BE49-F238E27FC236}">
                <a16:creationId xmlns:a16="http://schemas.microsoft.com/office/drawing/2014/main" id="{FF93C3E6-8E74-4435-BD01-3D53868C531A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6445252" y="4544568"/>
            <a:ext cx="2057400" cy="274320"/>
          </a:xfrm>
        </p:spPr>
        <p:txBody>
          <a:bodyPr/>
          <a:lstStyle/>
          <a:p>
            <a:r>
              <a:rPr lang="en-US" dirty="0"/>
              <a:t>CERTIFICATION</a:t>
            </a:r>
          </a:p>
        </p:txBody>
      </p:sp>
      <p:sp>
        <p:nvSpPr>
          <p:cNvPr id="32" name="Text Placeholder 31">
            <a:extLst>
              <a:ext uri="{FF2B5EF4-FFF2-40B4-BE49-F238E27FC236}">
                <a16:creationId xmlns:a16="http://schemas.microsoft.com/office/drawing/2014/main" id="{7D2AE02F-05E9-4281-AFC0-9BF7DD117E11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6445252" y="4919472"/>
            <a:ext cx="2057400" cy="914400"/>
          </a:xfrm>
        </p:spPr>
        <p:txBody>
          <a:bodyPr/>
          <a:lstStyle/>
          <a:p>
            <a:r>
              <a:rPr lang="en-ZA" noProof="1"/>
              <a:t>GOOGLE CLOUD PROFESSIONAL</a:t>
            </a:r>
          </a:p>
          <a:p>
            <a:r>
              <a:rPr lang="en-ZA" noProof="1"/>
              <a:t>DATA ENGINEER</a:t>
            </a:r>
          </a:p>
        </p:txBody>
      </p:sp>
      <p:graphicFrame>
        <p:nvGraphicFramePr>
          <p:cNvPr id="65" name="Content Placeholder 64" descr="pie chart">
            <a:extLst>
              <a:ext uri="{FF2B5EF4-FFF2-40B4-BE49-F238E27FC236}">
                <a16:creationId xmlns:a16="http://schemas.microsoft.com/office/drawing/2014/main" id="{8298F879-C84E-4AF8-9DF9-90542A755128}"/>
              </a:ext>
            </a:extLst>
          </p:cNvPr>
          <p:cNvGraphicFramePr>
            <a:graphicFrameLocks noGrp="1"/>
          </p:cNvGraphicFramePr>
          <p:nvPr>
            <p:ph sz="quarter" idx="28"/>
            <p:extLst>
              <p:ext uri="{D42A27DB-BD31-4B8C-83A1-F6EECF244321}">
                <p14:modId xmlns:p14="http://schemas.microsoft.com/office/powerpoint/2010/main" val="1584766373"/>
              </p:ext>
            </p:extLst>
          </p:nvPr>
        </p:nvGraphicFramePr>
        <p:xfrm>
          <a:off x="9324975" y="2005013"/>
          <a:ext cx="1828800" cy="17367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8" name="Text Placeholder 27">
            <a:extLst>
              <a:ext uri="{FF2B5EF4-FFF2-40B4-BE49-F238E27FC236}">
                <a16:creationId xmlns:a16="http://schemas.microsoft.com/office/drawing/2014/main" id="{A254048C-E445-461C-ADA2-EC4811E4031E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9210677" y="3886200"/>
            <a:ext cx="2057400" cy="548640"/>
          </a:xfrm>
        </p:spPr>
        <p:txBody>
          <a:bodyPr/>
          <a:lstStyle/>
          <a:p>
            <a:r>
              <a:rPr lang="en-US" b="1" dirty="0"/>
              <a:t>EQUINOR</a:t>
            </a:r>
          </a:p>
        </p:txBody>
      </p:sp>
      <p:sp>
        <p:nvSpPr>
          <p:cNvPr id="36" name="Text Placeholder 35">
            <a:extLst>
              <a:ext uri="{FF2B5EF4-FFF2-40B4-BE49-F238E27FC236}">
                <a16:creationId xmlns:a16="http://schemas.microsoft.com/office/drawing/2014/main" id="{60BBBA0C-5FDB-4DF4-B5EA-FD57309071DA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>
            <a:off x="9210677" y="4544568"/>
            <a:ext cx="2057400" cy="274320"/>
          </a:xfrm>
        </p:spPr>
        <p:txBody>
          <a:bodyPr/>
          <a:lstStyle/>
          <a:p>
            <a:r>
              <a:rPr lang="en-US" dirty="0"/>
              <a:t>BLUE PRISM</a:t>
            </a:r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E90CE37C-7708-4DBF-9307-B4F41A33D3A4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9210677" y="4919472"/>
            <a:ext cx="2057400" cy="914400"/>
          </a:xfrm>
        </p:spPr>
        <p:txBody>
          <a:bodyPr/>
          <a:lstStyle/>
          <a:p>
            <a:r>
              <a:rPr lang="en-ZA" dirty="0"/>
              <a:t>RPA DEVELOPER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DAC2D98-D89E-4928-B0E2-D5F091C622F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E046249-3393-41B7-8247-6564808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69C21A8-0C71-4F5D-B386-64F529B1BF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792479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itle 35">
            <a:extLst>
              <a:ext uri="{FF2B5EF4-FFF2-40B4-BE49-F238E27FC236}">
                <a16:creationId xmlns:a16="http://schemas.microsoft.com/office/drawing/2014/main" id="{3FB3C754-C1FE-4D2D-9890-A8353F1E8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4081" y="2224087"/>
            <a:ext cx="4334637" cy="1247775"/>
          </a:xfrm>
        </p:spPr>
        <p:txBody>
          <a:bodyPr>
            <a:normAutofit/>
          </a:bodyPr>
          <a:lstStyle/>
          <a:p>
            <a:r>
              <a:rPr lang="en-US" sz="4800" dirty="0">
                <a:solidFill>
                  <a:srgbClr val="0A4054"/>
                </a:solidFill>
              </a:rPr>
              <a:t>THANK YOU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E9C9CF3-789B-4F9F-8F03-9C35C87C63C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B42D8F5-6E48-4FFF-A481-0691675809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019A024-2FD1-4C73-AC55-A794E56E4F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3567368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Architecture pitch deck_JB_v2" id="{E6E25CD2-8512-4B49-9A83-9AC317278B8F}" vid="{100AFDCD-A339-4D94-B373-F9848C2D26BE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F7069D1F-6C1F-4FA3-8CCB-EA801E558BEC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2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4D2E8E18-726E-43C2-A873-C7E26FC0A96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{7849E245-4FAE-4C05-83F5-6983F845D773}tf16411248_win32</Template>
  <TotalTime>35</TotalTime>
  <Words>51</Words>
  <Application>Microsoft Office PowerPoint</Application>
  <PresentationFormat>Widescreen</PresentationFormat>
  <Paragraphs>23</Paragraphs>
  <Slides>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</vt:i4>
      </vt:variant>
    </vt:vector>
  </HeadingPairs>
  <TitlesOfParts>
    <vt:vector size="8" baseType="lpstr">
      <vt:lpstr>Arial</vt:lpstr>
      <vt:lpstr>Avenir Next LT Pro Light</vt:lpstr>
      <vt:lpstr>Calibri</vt:lpstr>
      <vt:lpstr>Posterama</vt:lpstr>
      <vt:lpstr>Office Theme</vt:lpstr>
      <vt:lpstr>STEPPING STONES</vt:lpstr>
      <vt:lpstr>INDUCTOR TO IT</vt:lpstr>
      <vt:lpstr>THANK YOU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Nazarana, Sheik</dc:creator>
  <cp:lastModifiedBy>Nazarana, Sheik</cp:lastModifiedBy>
  <cp:revision>4</cp:revision>
  <dcterms:created xsi:type="dcterms:W3CDTF">2022-08-25T17:25:07Z</dcterms:created>
  <dcterms:modified xsi:type="dcterms:W3CDTF">2022-08-25T18:00:48Z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