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4"/>
  </p:sldMasterIdLst>
  <p:notesMasterIdLst>
    <p:notesMasterId r:id="rId6"/>
  </p:notesMasterIdLst>
  <p:handoutMasterIdLst>
    <p:handoutMasterId r:id="rId7"/>
  </p:handoutMasterIdLst>
  <p:sldIdLst>
    <p:sldId id="463" r:id="rId5"/>
  </p:sldIdLst>
  <p:sldSz cx="12192000" cy="6858000"/>
  <p:notesSz cx="6858000" cy="9144000"/>
  <p:custDataLst>
    <p:tags r:id="rId8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2341" userDrawn="1">
          <p15:clr>
            <a:srgbClr val="A4A3A4"/>
          </p15:clr>
        </p15:guide>
        <p15:guide id="7" pos="3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ndulkar, Darshan" initials="TD" lastIdx="2" clrIdx="0">
    <p:extLst>
      <p:ext uri="{19B8F6BF-5375-455C-9EA6-DF929625EA0E}">
        <p15:presenceInfo xmlns:p15="http://schemas.microsoft.com/office/powerpoint/2012/main" userId="S::darshan.tendulkar@capgemini.com::a59b97fa-a08f-4088-8500-ad009f8c51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AD"/>
    <a:srgbClr val="4701A7"/>
    <a:srgbClr val="FF6327"/>
    <a:srgbClr val="95E616"/>
    <a:srgbClr val="FF7E83"/>
    <a:srgbClr val="2B0A3D"/>
    <a:srgbClr val="00C37B"/>
    <a:srgbClr val="01D1D0"/>
    <a:srgbClr val="E6E7E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76E18B-DEEC-40C9-83C8-C407FEBC86BB}" v="1" dt="2023-03-24T08:44:11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1" autoAdjust="0"/>
    <p:restoredTop sz="95291" autoAdjust="0"/>
  </p:normalViewPr>
  <p:slideViewPr>
    <p:cSldViewPr>
      <p:cViewPr varScale="1">
        <p:scale>
          <a:sx n="66" d="100"/>
          <a:sy n="66" d="100"/>
        </p:scale>
        <p:origin x="632" y="32"/>
      </p:cViewPr>
      <p:guideLst>
        <p:guide orient="horz" pos="2341"/>
        <p:guide pos="36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270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arana, Sheik" userId="3d151cbe-ce68-4b52-8c7c-80465c7577d3" providerId="ADAL" clId="{A976E18B-DEEC-40C9-83C8-C407FEBC86BB}"/>
    <pc:docChg chg="undo custSel modSld">
      <pc:chgData name="Nazarana, Sheik" userId="3d151cbe-ce68-4b52-8c7c-80465c7577d3" providerId="ADAL" clId="{A976E18B-DEEC-40C9-83C8-C407FEBC86BB}" dt="2023-04-07T08:16:16.219" v="240" actId="20577"/>
      <pc:docMkLst>
        <pc:docMk/>
      </pc:docMkLst>
      <pc:sldChg chg="modSp mod">
        <pc:chgData name="Nazarana, Sheik" userId="3d151cbe-ce68-4b52-8c7c-80465c7577d3" providerId="ADAL" clId="{A976E18B-DEEC-40C9-83C8-C407FEBC86BB}" dt="2023-04-07T08:16:16.219" v="240" actId="20577"/>
        <pc:sldMkLst>
          <pc:docMk/>
          <pc:sldMk cId="2265314637" sldId="463"/>
        </pc:sldMkLst>
        <pc:spChg chg="mod">
          <ac:chgData name="Nazarana, Sheik" userId="3d151cbe-ce68-4b52-8c7c-80465c7577d3" providerId="ADAL" clId="{A976E18B-DEEC-40C9-83C8-C407FEBC86BB}" dt="2023-03-24T08:11:35.136" v="7" actId="20577"/>
          <ac:spMkLst>
            <pc:docMk/>
            <pc:sldMk cId="2265314637" sldId="463"/>
            <ac:spMk id="11" creationId="{00000000-0000-0000-0000-000000000000}"/>
          </ac:spMkLst>
        </pc:spChg>
        <pc:spChg chg="mod">
          <ac:chgData name="Nazarana, Sheik" userId="3d151cbe-ce68-4b52-8c7c-80465c7577d3" providerId="ADAL" clId="{A976E18B-DEEC-40C9-83C8-C407FEBC86BB}" dt="2023-03-24T08:44:01.341" v="179" actId="20577"/>
          <ac:spMkLst>
            <pc:docMk/>
            <pc:sldMk cId="2265314637" sldId="463"/>
            <ac:spMk id="13" creationId="{00000000-0000-0000-0000-000000000000}"/>
          </ac:spMkLst>
        </pc:spChg>
        <pc:spChg chg="mod">
          <ac:chgData name="Nazarana, Sheik" userId="3d151cbe-ce68-4b52-8c7c-80465c7577d3" providerId="ADAL" clId="{A976E18B-DEEC-40C9-83C8-C407FEBC86BB}" dt="2023-03-24T08:44:42.072" v="206" actId="20577"/>
          <ac:spMkLst>
            <pc:docMk/>
            <pc:sldMk cId="2265314637" sldId="463"/>
            <ac:spMk id="14" creationId="{00000000-0000-0000-0000-000000000000}"/>
          </ac:spMkLst>
        </pc:spChg>
        <pc:spChg chg="mod">
          <ac:chgData name="Nazarana, Sheik" userId="3d151cbe-ce68-4b52-8c7c-80465c7577d3" providerId="ADAL" clId="{A976E18B-DEEC-40C9-83C8-C407FEBC86BB}" dt="2023-03-24T08:59:29.996" v="238" actId="20577"/>
          <ac:spMkLst>
            <pc:docMk/>
            <pc:sldMk cId="2265314637" sldId="463"/>
            <ac:spMk id="16" creationId="{6519673A-D9D7-44C2-8493-C859323E3C4A}"/>
          </ac:spMkLst>
        </pc:spChg>
        <pc:spChg chg="mod">
          <ac:chgData name="Nazarana, Sheik" userId="3d151cbe-ce68-4b52-8c7c-80465c7577d3" providerId="ADAL" clId="{A976E18B-DEEC-40C9-83C8-C407FEBC86BB}" dt="2023-04-07T08:16:16.219" v="240" actId="20577"/>
          <ac:spMkLst>
            <pc:docMk/>
            <pc:sldMk cId="2265314637" sldId="463"/>
            <ac:spMk id="2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B6225-3E94-4525-8747-A8CEEE07C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FD8-B984-44FE-83F0-5C989EE62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988DC-9DE3-4390-97AB-D61B85DACE57}" type="datetimeFigureOut">
              <a:rPr lang="pt-PT" sz="900" smtClean="0"/>
              <a:pPr/>
              <a:t>07/04/2023</a:t>
            </a:fld>
            <a:endParaRPr lang="pt-PT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D1E4F-EFF7-4551-A0B7-35D2A74F4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F35C8-35E9-48DD-971F-B2366CC5B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0BF9-40D8-49B5-87EF-599BB2C7EE93}" type="slidenum">
              <a:rPr lang="pt-PT" sz="900" smtClean="0"/>
              <a:pPr/>
              <a:t>‹#›</a:t>
            </a:fld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3609307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835B8F7-DAC4-4931-8AED-4356A8B2FD64}" type="datetimeFigureOut">
              <a:rPr lang="pt-BR" smtClean="0"/>
              <a:pPr/>
              <a:t>07/04/2023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dirty="0"/>
              <a:t>Insert comments</a:t>
            </a:r>
            <a:endParaRPr lang="pt-BR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C0696B5C-12A0-4042-B4D0-BD3B9A4F58C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33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2" name="Object 1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Freeform 6"/>
          <p:cNvSpPr>
            <a:spLocks/>
          </p:cNvSpPr>
          <p:nvPr userDrawn="1"/>
        </p:nvSpPr>
        <p:spPr bwMode="auto">
          <a:xfrm>
            <a:off x="4901351" y="831584"/>
            <a:ext cx="7289800" cy="6026150"/>
          </a:xfrm>
          <a:custGeom>
            <a:avLst/>
            <a:gdLst/>
            <a:ahLst/>
            <a:cxnLst>
              <a:cxn ang="0">
                <a:pos x="0" y="1904"/>
              </a:cxn>
              <a:cxn ang="0">
                <a:pos x="8" y="1894"/>
              </a:cxn>
              <a:cxn ang="0">
                <a:pos x="20" y="1886"/>
              </a:cxn>
              <a:cxn ang="0">
                <a:pos x="146" y="1832"/>
              </a:cxn>
              <a:cxn ang="0">
                <a:pos x="344" y="1720"/>
              </a:cxn>
              <a:cxn ang="0">
                <a:pos x="484" y="1628"/>
              </a:cxn>
              <a:cxn ang="0">
                <a:pos x="754" y="1430"/>
              </a:cxn>
              <a:cxn ang="0">
                <a:pos x="1094" y="1162"/>
              </a:cxn>
              <a:cxn ang="0">
                <a:pos x="1418" y="906"/>
              </a:cxn>
              <a:cxn ang="0">
                <a:pos x="1766" y="648"/>
              </a:cxn>
              <a:cxn ang="0">
                <a:pos x="2006" y="486"/>
              </a:cxn>
              <a:cxn ang="0">
                <a:pos x="2254" y="338"/>
              </a:cxn>
              <a:cxn ang="0">
                <a:pos x="2390" y="268"/>
              </a:cxn>
              <a:cxn ang="0">
                <a:pos x="2598" y="172"/>
              </a:cxn>
              <a:cxn ang="0">
                <a:pos x="2816" y="92"/>
              </a:cxn>
              <a:cxn ang="0">
                <a:pos x="2996" y="42"/>
              </a:cxn>
              <a:cxn ang="0">
                <a:pos x="3134" y="16"/>
              </a:cxn>
              <a:cxn ang="0">
                <a:pos x="3220" y="6"/>
              </a:cxn>
              <a:cxn ang="0">
                <a:pos x="3336" y="2"/>
              </a:cxn>
              <a:cxn ang="0">
                <a:pos x="3390" y="0"/>
              </a:cxn>
              <a:cxn ang="0">
                <a:pos x="3522" y="0"/>
              </a:cxn>
              <a:cxn ang="0">
                <a:pos x="3590" y="4"/>
              </a:cxn>
              <a:cxn ang="0">
                <a:pos x="3688" y="8"/>
              </a:cxn>
              <a:cxn ang="0">
                <a:pos x="3832" y="34"/>
              </a:cxn>
              <a:cxn ang="0">
                <a:pos x="3974" y="72"/>
              </a:cxn>
              <a:cxn ang="0">
                <a:pos x="4160" y="140"/>
              </a:cxn>
              <a:cxn ang="0">
                <a:pos x="4336" y="228"/>
              </a:cxn>
              <a:cxn ang="0">
                <a:pos x="4448" y="300"/>
              </a:cxn>
              <a:cxn ang="0">
                <a:pos x="4568" y="390"/>
              </a:cxn>
              <a:cxn ang="0">
                <a:pos x="4588" y="414"/>
              </a:cxn>
              <a:cxn ang="0">
                <a:pos x="4592" y="2788"/>
              </a:cxn>
              <a:cxn ang="0">
                <a:pos x="4582" y="2808"/>
              </a:cxn>
              <a:cxn ang="0">
                <a:pos x="4514" y="2862"/>
              </a:cxn>
              <a:cxn ang="0">
                <a:pos x="4354" y="2970"/>
              </a:cxn>
              <a:cxn ang="0">
                <a:pos x="4186" y="3062"/>
              </a:cxn>
              <a:cxn ang="0">
                <a:pos x="4054" y="3122"/>
              </a:cxn>
              <a:cxn ang="0">
                <a:pos x="3828" y="3206"/>
              </a:cxn>
              <a:cxn ang="0">
                <a:pos x="3598" y="3276"/>
              </a:cxn>
              <a:cxn ang="0">
                <a:pos x="3370" y="3334"/>
              </a:cxn>
              <a:cxn ang="0">
                <a:pos x="2920" y="3432"/>
              </a:cxn>
              <a:cxn ang="0">
                <a:pos x="2498" y="3528"/>
              </a:cxn>
              <a:cxn ang="0">
                <a:pos x="2360" y="3566"/>
              </a:cxn>
              <a:cxn ang="0">
                <a:pos x="2144" y="3642"/>
              </a:cxn>
              <a:cxn ang="0">
                <a:pos x="1988" y="3716"/>
              </a:cxn>
              <a:cxn ang="0">
                <a:pos x="1878" y="3782"/>
              </a:cxn>
              <a:cxn ang="0">
                <a:pos x="1858" y="3792"/>
              </a:cxn>
              <a:cxn ang="0">
                <a:pos x="1834" y="3796"/>
              </a:cxn>
              <a:cxn ang="0">
                <a:pos x="432" y="3796"/>
              </a:cxn>
              <a:cxn ang="0">
                <a:pos x="408" y="3774"/>
              </a:cxn>
              <a:cxn ang="0">
                <a:pos x="354" y="3652"/>
              </a:cxn>
              <a:cxn ang="0">
                <a:pos x="258" y="3396"/>
              </a:cxn>
              <a:cxn ang="0">
                <a:pos x="140" y="2988"/>
              </a:cxn>
              <a:cxn ang="0">
                <a:pos x="86" y="2734"/>
              </a:cxn>
              <a:cxn ang="0">
                <a:pos x="44" y="2478"/>
              </a:cxn>
              <a:cxn ang="0">
                <a:pos x="8" y="2154"/>
              </a:cxn>
              <a:cxn ang="0">
                <a:pos x="4" y="2020"/>
              </a:cxn>
              <a:cxn ang="0">
                <a:pos x="2" y="1948"/>
              </a:cxn>
            </a:cxnLst>
            <a:rect l="0" t="0" r="r" b="b"/>
            <a:pathLst>
              <a:path w="4592" h="3796">
                <a:moveTo>
                  <a:pt x="0" y="1924"/>
                </a:moveTo>
                <a:lnTo>
                  <a:pt x="0" y="1924"/>
                </a:lnTo>
                <a:lnTo>
                  <a:pt x="0" y="1904"/>
                </a:lnTo>
                <a:lnTo>
                  <a:pt x="0" y="1904"/>
                </a:lnTo>
                <a:lnTo>
                  <a:pt x="4" y="1898"/>
                </a:lnTo>
                <a:lnTo>
                  <a:pt x="8" y="1894"/>
                </a:lnTo>
                <a:lnTo>
                  <a:pt x="14" y="1890"/>
                </a:lnTo>
                <a:lnTo>
                  <a:pt x="20" y="1886"/>
                </a:lnTo>
                <a:lnTo>
                  <a:pt x="20" y="1886"/>
                </a:lnTo>
                <a:lnTo>
                  <a:pt x="62" y="1870"/>
                </a:lnTo>
                <a:lnTo>
                  <a:pt x="104" y="1850"/>
                </a:lnTo>
                <a:lnTo>
                  <a:pt x="146" y="1832"/>
                </a:lnTo>
                <a:lnTo>
                  <a:pt x="186" y="1810"/>
                </a:lnTo>
                <a:lnTo>
                  <a:pt x="266" y="1766"/>
                </a:lnTo>
                <a:lnTo>
                  <a:pt x="344" y="1720"/>
                </a:lnTo>
                <a:lnTo>
                  <a:pt x="344" y="1720"/>
                </a:lnTo>
                <a:lnTo>
                  <a:pt x="414" y="1674"/>
                </a:lnTo>
                <a:lnTo>
                  <a:pt x="484" y="1628"/>
                </a:lnTo>
                <a:lnTo>
                  <a:pt x="552" y="1580"/>
                </a:lnTo>
                <a:lnTo>
                  <a:pt x="620" y="1530"/>
                </a:lnTo>
                <a:lnTo>
                  <a:pt x="754" y="1430"/>
                </a:lnTo>
                <a:lnTo>
                  <a:pt x="886" y="1328"/>
                </a:lnTo>
                <a:lnTo>
                  <a:pt x="886" y="1328"/>
                </a:lnTo>
                <a:lnTo>
                  <a:pt x="1094" y="1162"/>
                </a:lnTo>
                <a:lnTo>
                  <a:pt x="1304" y="996"/>
                </a:lnTo>
                <a:lnTo>
                  <a:pt x="1304" y="996"/>
                </a:lnTo>
                <a:lnTo>
                  <a:pt x="1418" y="906"/>
                </a:lnTo>
                <a:lnTo>
                  <a:pt x="1532" y="818"/>
                </a:lnTo>
                <a:lnTo>
                  <a:pt x="1648" y="732"/>
                </a:lnTo>
                <a:lnTo>
                  <a:pt x="1766" y="648"/>
                </a:lnTo>
                <a:lnTo>
                  <a:pt x="1766" y="648"/>
                </a:lnTo>
                <a:lnTo>
                  <a:pt x="1886" y="566"/>
                </a:lnTo>
                <a:lnTo>
                  <a:pt x="2006" y="486"/>
                </a:lnTo>
                <a:lnTo>
                  <a:pt x="2128" y="410"/>
                </a:lnTo>
                <a:lnTo>
                  <a:pt x="2190" y="374"/>
                </a:lnTo>
                <a:lnTo>
                  <a:pt x="2254" y="338"/>
                </a:lnTo>
                <a:lnTo>
                  <a:pt x="2254" y="338"/>
                </a:lnTo>
                <a:lnTo>
                  <a:pt x="2322" y="302"/>
                </a:lnTo>
                <a:lnTo>
                  <a:pt x="2390" y="268"/>
                </a:lnTo>
                <a:lnTo>
                  <a:pt x="2458" y="234"/>
                </a:lnTo>
                <a:lnTo>
                  <a:pt x="2528" y="202"/>
                </a:lnTo>
                <a:lnTo>
                  <a:pt x="2598" y="172"/>
                </a:lnTo>
                <a:lnTo>
                  <a:pt x="2670" y="142"/>
                </a:lnTo>
                <a:lnTo>
                  <a:pt x="2742" y="116"/>
                </a:lnTo>
                <a:lnTo>
                  <a:pt x="2816" y="92"/>
                </a:lnTo>
                <a:lnTo>
                  <a:pt x="2816" y="92"/>
                </a:lnTo>
                <a:lnTo>
                  <a:pt x="2906" y="64"/>
                </a:lnTo>
                <a:lnTo>
                  <a:pt x="2996" y="42"/>
                </a:lnTo>
                <a:lnTo>
                  <a:pt x="3042" y="32"/>
                </a:lnTo>
                <a:lnTo>
                  <a:pt x="3088" y="22"/>
                </a:lnTo>
                <a:lnTo>
                  <a:pt x="3134" y="16"/>
                </a:lnTo>
                <a:lnTo>
                  <a:pt x="3182" y="10"/>
                </a:lnTo>
                <a:lnTo>
                  <a:pt x="3182" y="10"/>
                </a:lnTo>
                <a:lnTo>
                  <a:pt x="3220" y="6"/>
                </a:lnTo>
                <a:lnTo>
                  <a:pt x="3258" y="4"/>
                </a:lnTo>
                <a:lnTo>
                  <a:pt x="3336" y="2"/>
                </a:lnTo>
                <a:lnTo>
                  <a:pt x="3336" y="2"/>
                </a:lnTo>
                <a:lnTo>
                  <a:pt x="3364" y="2"/>
                </a:lnTo>
                <a:lnTo>
                  <a:pt x="3378" y="2"/>
                </a:lnTo>
                <a:lnTo>
                  <a:pt x="3390" y="0"/>
                </a:lnTo>
                <a:lnTo>
                  <a:pt x="3390" y="0"/>
                </a:lnTo>
                <a:lnTo>
                  <a:pt x="3522" y="0"/>
                </a:lnTo>
                <a:lnTo>
                  <a:pt x="3522" y="0"/>
                </a:lnTo>
                <a:lnTo>
                  <a:pt x="3538" y="2"/>
                </a:lnTo>
                <a:lnTo>
                  <a:pt x="3556" y="4"/>
                </a:lnTo>
                <a:lnTo>
                  <a:pt x="3590" y="4"/>
                </a:lnTo>
                <a:lnTo>
                  <a:pt x="3590" y="4"/>
                </a:lnTo>
                <a:lnTo>
                  <a:pt x="3640" y="4"/>
                </a:lnTo>
                <a:lnTo>
                  <a:pt x="3688" y="8"/>
                </a:lnTo>
                <a:lnTo>
                  <a:pt x="3736" y="16"/>
                </a:lnTo>
                <a:lnTo>
                  <a:pt x="3784" y="24"/>
                </a:lnTo>
                <a:lnTo>
                  <a:pt x="3832" y="34"/>
                </a:lnTo>
                <a:lnTo>
                  <a:pt x="3880" y="46"/>
                </a:lnTo>
                <a:lnTo>
                  <a:pt x="3974" y="72"/>
                </a:lnTo>
                <a:lnTo>
                  <a:pt x="3974" y="72"/>
                </a:lnTo>
                <a:lnTo>
                  <a:pt x="4038" y="92"/>
                </a:lnTo>
                <a:lnTo>
                  <a:pt x="4100" y="114"/>
                </a:lnTo>
                <a:lnTo>
                  <a:pt x="4160" y="140"/>
                </a:lnTo>
                <a:lnTo>
                  <a:pt x="4220" y="168"/>
                </a:lnTo>
                <a:lnTo>
                  <a:pt x="4278" y="196"/>
                </a:lnTo>
                <a:lnTo>
                  <a:pt x="4336" y="228"/>
                </a:lnTo>
                <a:lnTo>
                  <a:pt x="4392" y="264"/>
                </a:lnTo>
                <a:lnTo>
                  <a:pt x="4448" y="300"/>
                </a:lnTo>
                <a:lnTo>
                  <a:pt x="4448" y="300"/>
                </a:lnTo>
                <a:lnTo>
                  <a:pt x="4508" y="344"/>
                </a:lnTo>
                <a:lnTo>
                  <a:pt x="4568" y="390"/>
                </a:lnTo>
                <a:lnTo>
                  <a:pt x="4568" y="390"/>
                </a:lnTo>
                <a:lnTo>
                  <a:pt x="4576" y="396"/>
                </a:lnTo>
                <a:lnTo>
                  <a:pt x="4582" y="404"/>
                </a:lnTo>
                <a:lnTo>
                  <a:pt x="4588" y="414"/>
                </a:lnTo>
                <a:lnTo>
                  <a:pt x="4592" y="422"/>
                </a:lnTo>
                <a:lnTo>
                  <a:pt x="4592" y="422"/>
                </a:lnTo>
                <a:lnTo>
                  <a:pt x="4592" y="2788"/>
                </a:lnTo>
                <a:lnTo>
                  <a:pt x="4592" y="2788"/>
                </a:lnTo>
                <a:lnTo>
                  <a:pt x="4588" y="2798"/>
                </a:lnTo>
                <a:lnTo>
                  <a:pt x="4582" y="2808"/>
                </a:lnTo>
                <a:lnTo>
                  <a:pt x="4564" y="2824"/>
                </a:lnTo>
                <a:lnTo>
                  <a:pt x="4564" y="2824"/>
                </a:lnTo>
                <a:lnTo>
                  <a:pt x="4514" y="2862"/>
                </a:lnTo>
                <a:lnTo>
                  <a:pt x="4462" y="2900"/>
                </a:lnTo>
                <a:lnTo>
                  <a:pt x="4408" y="2936"/>
                </a:lnTo>
                <a:lnTo>
                  <a:pt x="4354" y="2970"/>
                </a:lnTo>
                <a:lnTo>
                  <a:pt x="4300" y="3002"/>
                </a:lnTo>
                <a:lnTo>
                  <a:pt x="4244" y="3032"/>
                </a:lnTo>
                <a:lnTo>
                  <a:pt x="4186" y="3062"/>
                </a:lnTo>
                <a:lnTo>
                  <a:pt x="4128" y="3090"/>
                </a:lnTo>
                <a:lnTo>
                  <a:pt x="4128" y="3090"/>
                </a:lnTo>
                <a:lnTo>
                  <a:pt x="4054" y="3122"/>
                </a:lnTo>
                <a:lnTo>
                  <a:pt x="3980" y="3152"/>
                </a:lnTo>
                <a:lnTo>
                  <a:pt x="3904" y="3180"/>
                </a:lnTo>
                <a:lnTo>
                  <a:pt x="3828" y="3206"/>
                </a:lnTo>
                <a:lnTo>
                  <a:pt x="3752" y="3232"/>
                </a:lnTo>
                <a:lnTo>
                  <a:pt x="3676" y="3254"/>
                </a:lnTo>
                <a:lnTo>
                  <a:pt x="3598" y="3276"/>
                </a:lnTo>
                <a:lnTo>
                  <a:pt x="3520" y="3296"/>
                </a:lnTo>
                <a:lnTo>
                  <a:pt x="3520" y="3296"/>
                </a:lnTo>
                <a:lnTo>
                  <a:pt x="3370" y="3334"/>
                </a:lnTo>
                <a:lnTo>
                  <a:pt x="3220" y="3368"/>
                </a:lnTo>
                <a:lnTo>
                  <a:pt x="2920" y="3432"/>
                </a:lnTo>
                <a:lnTo>
                  <a:pt x="2920" y="3432"/>
                </a:lnTo>
                <a:lnTo>
                  <a:pt x="2778" y="3462"/>
                </a:lnTo>
                <a:lnTo>
                  <a:pt x="2638" y="3492"/>
                </a:lnTo>
                <a:lnTo>
                  <a:pt x="2498" y="3528"/>
                </a:lnTo>
                <a:lnTo>
                  <a:pt x="2430" y="3546"/>
                </a:lnTo>
                <a:lnTo>
                  <a:pt x="2360" y="3566"/>
                </a:lnTo>
                <a:lnTo>
                  <a:pt x="2360" y="3566"/>
                </a:lnTo>
                <a:lnTo>
                  <a:pt x="2250" y="3602"/>
                </a:lnTo>
                <a:lnTo>
                  <a:pt x="2196" y="3622"/>
                </a:lnTo>
                <a:lnTo>
                  <a:pt x="2144" y="3642"/>
                </a:lnTo>
                <a:lnTo>
                  <a:pt x="2092" y="3666"/>
                </a:lnTo>
                <a:lnTo>
                  <a:pt x="2040" y="3690"/>
                </a:lnTo>
                <a:lnTo>
                  <a:pt x="1988" y="3716"/>
                </a:lnTo>
                <a:lnTo>
                  <a:pt x="1938" y="3744"/>
                </a:lnTo>
                <a:lnTo>
                  <a:pt x="1938" y="3744"/>
                </a:lnTo>
                <a:lnTo>
                  <a:pt x="1878" y="3782"/>
                </a:lnTo>
                <a:lnTo>
                  <a:pt x="1878" y="3782"/>
                </a:lnTo>
                <a:lnTo>
                  <a:pt x="1868" y="3788"/>
                </a:lnTo>
                <a:lnTo>
                  <a:pt x="1858" y="3792"/>
                </a:lnTo>
                <a:lnTo>
                  <a:pt x="1846" y="3796"/>
                </a:lnTo>
                <a:lnTo>
                  <a:pt x="1834" y="3796"/>
                </a:lnTo>
                <a:lnTo>
                  <a:pt x="1834" y="3796"/>
                </a:lnTo>
                <a:lnTo>
                  <a:pt x="444" y="3796"/>
                </a:lnTo>
                <a:lnTo>
                  <a:pt x="444" y="3796"/>
                </a:lnTo>
                <a:lnTo>
                  <a:pt x="432" y="3796"/>
                </a:lnTo>
                <a:lnTo>
                  <a:pt x="422" y="3792"/>
                </a:lnTo>
                <a:lnTo>
                  <a:pt x="414" y="3784"/>
                </a:lnTo>
                <a:lnTo>
                  <a:pt x="408" y="3774"/>
                </a:lnTo>
                <a:lnTo>
                  <a:pt x="408" y="3774"/>
                </a:lnTo>
                <a:lnTo>
                  <a:pt x="380" y="3714"/>
                </a:lnTo>
                <a:lnTo>
                  <a:pt x="354" y="3652"/>
                </a:lnTo>
                <a:lnTo>
                  <a:pt x="306" y="3528"/>
                </a:lnTo>
                <a:lnTo>
                  <a:pt x="306" y="3528"/>
                </a:lnTo>
                <a:lnTo>
                  <a:pt x="258" y="3396"/>
                </a:lnTo>
                <a:lnTo>
                  <a:pt x="214" y="3260"/>
                </a:lnTo>
                <a:lnTo>
                  <a:pt x="174" y="3124"/>
                </a:lnTo>
                <a:lnTo>
                  <a:pt x="140" y="2988"/>
                </a:lnTo>
                <a:lnTo>
                  <a:pt x="140" y="2988"/>
                </a:lnTo>
                <a:lnTo>
                  <a:pt x="112" y="2860"/>
                </a:lnTo>
                <a:lnTo>
                  <a:pt x="86" y="2734"/>
                </a:lnTo>
                <a:lnTo>
                  <a:pt x="64" y="2606"/>
                </a:lnTo>
                <a:lnTo>
                  <a:pt x="44" y="2478"/>
                </a:lnTo>
                <a:lnTo>
                  <a:pt x="44" y="2478"/>
                </a:lnTo>
                <a:lnTo>
                  <a:pt x="24" y="2316"/>
                </a:lnTo>
                <a:lnTo>
                  <a:pt x="14" y="2236"/>
                </a:lnTo>
                <a:lnTo>
                  <a:pt x="8" y="2154"/>
                </a:lnTo>
                <a:lnTo>
                  <a:pt x="8" y="2154"/>
                </a:lnTo>
                <a:lnTo>
                  <a:pt x="6" y="2086"/>
                </a:lnTo>
                <a:lnTo>
                  <a:pt x="4" y="2020"/>
                </a:lnTo>
                <a:lnTo>
                  <a:pt x="4" y="2020"/>
                </a:lnTo>
                <a:lnTo>
                  <a:pt x="2" y="1972"/>
                </a:lnTo>
                <a:lnTo>
                  <a:pt x="2" y="1948"/>
                </a:lnTo>
                <a:lnTo>
                  <a:pt x="0" y="1924"/>
                </a:lnTo>
                <a:lnTo>
                  <a:pt x="0" y="1924"/>
                </a:lnTo>
                <a:close/>
              </a:path>
            </a:pathLst>
          </a:custGeom>
          <a:solidFill>
            <a:srgbClr val="93E41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C674D03-4995-4743-8CE4-61CF32CFBD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94195" y="2191647"/>
            <a:ext cx="4021613" cy="31602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insert section title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D4E263B9-5E55-409E-9F7C-2F67A89E0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588"/>
            <a:ext cx="6654800" cy="68595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079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8DC6A54A-9BF8-4F66-8401-A8591C494FA5}"/>
              </a:ext>
            </a:extLst>
          </p:cNvPr>
          <p:cNvGrpSpPr/>
          <p:nvPr userDrawn="1"/>
        </p:nvGrpSpPr>
        <p:grpSpPr>
          <a:xfrm>
            <a:off x="0" y="0"/>
            <a:ext cx="7102050" cy="6410325"/>
            <a:chOff x="4563414" y="273880"/>
            <a:chExt cx="7102050" cy="6410325"/>
          </a:xfrm>
        </p:grpSpPr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FC158D16-9C05-4713-8244-FC00FD82627D}"/>
                </a:ext>
              </a:extLst>
            </p:cNvPr>
            <p:cNvSpPr/>
            <p:nvPr/>
          </p:nvSpPr>
          <p:spPr>
            <a:xfrm>
              <a:off x="6350514" y="273880"/>
              <a:ext cx="5314950" cy="6400800"/>
            </a:xfrm>
            <a:custGeom>
              <a:avLst/>
              <a:gdLst>
                <a:gd name="connsiteX0" fmla="*/ 1655948 w 5314950"/>
                <a:gd name="connsiteY0" fmla="*/ 6400990 h 6400800"/>
                <a:gd name="connsiteX1" fmla="*/ 1648518 w 5314950"/>
                <a:gd name="connsiteY1" fmla="*/ 6401467 h 6400800"/>
                <a:gd name="connsiteX2" fmla="*/ 5313548 w 5314950"/>
                <a:gd name="connsiteY2" fmla="*/ 3303080 h 6400800"/>
                <a:gd name="connsiteX3" fmla="*/ 4721188 w 5314950"/>
                <a:gd name="connsiteY3" fmla="*/ 7144 h 6400800"/>
                <a:gd name="connsiteX4" fmla="*/ 1686428 w 5314950"/>
                <a:gd name="connsiteY4" fmla="*/ 7144 h 6400800"/>
                <a:gd name="connsiteX5" fmla="*/ 1655948 w 5314950"/>
                <a:gd name="connsiteY5" fmla="*/ 6400990 h 640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14950" h="6400800">
                  <a:moveTo>
                    <a:pt x="1655948" y="6400990"/>
                  </a:moveTo>
                  <a:cubicBezTo>
                    <a:pt x="1653471" y="6401181"/>
                    <a:pt x="1650995" y="6401276"/>
                    <a:pt x="1648518" y="6401467"/>
                  </a:cubicBezTo>
                  <a:cubicBezTo>
                    <a:pt x="3466746" y="6339364"/>
                    <a:pt x="5047229" y="5231797"/>
                    <a:pt x="5313548" y="3303080"/>
                  </a:cubicBezTo>
                  <a:cubicBezTo>
                    <a:pt x="3798787" y="2465451"/>
                    <a:pt x="4580790" y="1653159"/>
                    <a:pt x="4721188" y="7144"/>
                  </a:cubicBezTo>
                  <a:lnTo>
                    <a:pt x="1686428" y="7144"/>
                  </a:lnTo>
                  <a:cubicBezTo>
                    <a:pt x="1417442" y="2445163"/>
                    <a:pt x="-1934406" y="6146102"/>
                    <a:pt x="1655948" y="6400990"/>
                  </a:cubicBezTo>
                  <a:close/>
                </a:path>
              </a:pathLst>
            </a:custGeom>
            <a:solidFill>
              <a:srgbClr val="0075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68C303D7-566A-4588-87A6-E7E84D1C38CA}"/>
                </a:ext>
              </a:extLst>
            </p:cNvPr>
            <p:cNvSpPr/>
            <p:nvPr/>
          </p:nvSpPr>
          <p:spPr>
            <a:xfrm>
              <a:off x="4563414" y="273880"/>
              <a:ext cx="3486150" cy="6410325"/>
            </a:xfrm>
            <a:custGeom>
              <a:avLst/>
              <a:gdLst>
                <a:gd name="connsiteX0" fmla="*/ 3447193 w 3486150"/>
                <a:gd name="connsiteY0" fmla="*/ 6401372 h 6410325"/>
                <a:gd name="connsiteX1" fmla="*/ 3454622 w 3486150"/>
                <a:gd name="connsiteY1" fmla="*/ 6400896 h 6410325"/>
                <a:gd name="connsiteX2" fmla="*/ 3485103 w 3486150"/>
                <a:gd name="connsiteY2" fmla="*/ 7144 h 6410325"/>
                <a:gd name="connsiteX3" fmla="*/ 978789 w 3486150"/>
                <a:gd name="connsiteY3" fmla="*/ 7144 h 6410325"/>
                <a:gd name="connsiteX4" fmla="*/ 7144 w 3486150"/>
                <a:gd name="connsiteY4" fmla="*/ 7144 h 6410325"/>
                <a:gd name="connsiteX5" fmla="*/ 7144 w 3486150"/>
                <a:gd name="connsiteY5" fmla="*/ 5378482 h 6410325"/>
                <a:gd name="connsiteX6" fmla="*/ 3447193 w 3486150"/>
                <a:gd name="connsiteY6" fmla="*/ 6401372 h 641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86150" h="6410325">
                  <a:moveTo>
                    <a:pt x="3447193" y="6401372"/>
                  </a:moveTo>
                  <a:cubicBezTo>
                    <a:pt x="3449670" y="6401181"/>
                    <a:pt x="3452146" y="6401086"/>
                    <a:pt x="3454622" y="6400896"/>
                  </a:cubicBezTo>
                  <a:cubicBezTo>
                    <a:pt x="-135731" y="6146102"/>
                    <a:pt x="3216116" y="2445163"/>
                    <a:pt x="3485103" y="7144"/>
                  </a:cubicBezTo>
                  <a:lnTo>
                    <a:pt x="978789" y="7144"/>
                  </a:lnTo>
                  <a:lnTo>
                    <a:pt x="7144" y="7144"/>
                  </a:lnTo>
                  <a:lnTo>
                    <a:pt x="7144" y="5378482"/>
                  </a:lnTo>
                  <a:cubicBezTo>
                    <a:pt x="997268" y="6099239"/>
                    <a:pt x="2192465" y="6483097"/>
                    <a:pt x="3447193" y="6401372"/>
                  </a:cubicBezTo>
                  <a:close/>
                </a:path>
              </a:pathLst>
            </a:custGeom>
            <a:solidFill>
              <a:srgbClr val="95C11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10" name="Objec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0" name="Object 9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D4E263B9-5E55-409E-9F7C-2F67A89E0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56000" y="0"/>
            <a:ext cx="7536000" cy="68595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Cliquez sur l'icône pour ajouter une image</a:t>
            </a:r>
            <a:endParaRPr lang="pt-PT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C674D03-4995-4743-8CE4-61CF32CFBD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0708" y="1197000"/>
            <a:ext cx="4195292" cy="1902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insert section title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68653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D4E263B9-5E55-409E-9F7C-2F67A89E0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11624" y="0"/>
            <a:ext cx="9479298" cy="68595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Cliquez sur l'icône pour ajouter une image</a:t>
            </a:r>
            <a:endParaRPr lang="pt-PT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097E2B3C-7165-47CD-8F90-29BD547B5A2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8178684" cy="8469560"/>
          </a:xfrm>
          <a:custGeom>
            <a:avLst/>
            <a:gdLst>
              <a:gd name="T0" fmla="*/ 1453 w 1637"/>
              <a:gd name="T1" fmla="*/ 0 h 1514"/>
              <a:gd name="T2" fmla="*/ 1238 w 1637"/>
              <a:gd name="T3" fmla="*/ 495 h 1514"/>
              <a:gd name="T4" fmla="*/ 763 w 1637"/>
              <a:gd name="T5" fmla="*/ 1047 h 1514"/>
              <a:gd name="T6" fmla="*/ 0 w 1637"/>
              <a:gd name="T7" fmla="*/ 1449 h 1514"/>
              <a:gd name="T8" fmla="*/ 0 w 1637"/>
              <a:gd name="T9" fmla="*/ 0 h 1514"/>
              <a:gd name="T10" fmla="*/ 1453 w 1637"/>
              <a:gd name="T11" fmla="*/ 0 h 1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37" h="1514">
                <a:moveTo>
                  <a:pt x="1453" y="0"/>
                </a:moveTo>
                <a:cubicBezTo>
                  <a:pt x="1453" y="0"/>
                  <a:pt x="1637" y="326"/>
                  <a:pt x="1238" y="495"/>
                </a:cubicBezTo>
                <a:cubicBezTo>
                  <a:pt x="840" y="663"/>
                  <a:pt x="594" y="755"/>
                  <a:pt x="763" y="1047"/>
                </a:cubicBezTo>
                <a:cubicBezTo>
                  <a:pt x="230" y="1514"/>
                  <a:pt x="0" y="1449"/>
                  <a:pt x="0" y="1449"/>
                </a:cubicBezTo>
                <a:cubicBezTo>
                  <a:pt x="0" y="0"/>
                  <a:pt x="0" y="0"/>
                  <a:pt x="0" y="0"/>
                </a:cubicBezTo>
                <a:lnTo>
                  <a:pt x="1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10" name="Objec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0" name="Object 9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C674D03-4995-4743-8CE4-61CF32CFBD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0708" y="662617"/>
            <a:ext cx="5419268" cy="1902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insert section title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27604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1 (presentation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Freeform 13">
            <a:extLst>
              <a:ext uri="{FF2B5EF4-FFF2-40B4-BE49-F238E27FC236}">
                <a16:creationId xmlns:a16="http://schemas.microsoft.com/office/drawing/2014/main" id="{25056D0A-F6A8-442B-8FEF-B02418FD5A83}"/>
              </a:ext>
            </a:extLst>
          </p:cNvPr>
          <p:cNvSpPr>
            <a:spLocks noChangeAspect="1"/>
          </p:cNvSpPr>
          <p:nvPr userDrawn="1"/>
        </p:nvSpPr>
        <p:spPr bwMode="auto">
          <a:xfrm rot="16200000" flipH="1" flipV="1">
            <a:off x="7479358" y="2150328"/>
            <a:ext cx="6867941" cy="2557343"/>
          </a:xfrm>
          <a:custGeom>
            <a:avLst/>
            <a:gdLst>
              <a:gd name="T0" fmla="*/ 0 w 1222"/>
              <a:gd name="T1" fmla="*/ 0 h 932"/>
              <a:gd name="T2" fmla="*/ 0 w 1222"/>
              <a:gd name="T3" fmla="*/ 567 h 932"/>
              <a:gd name="T4" fmla="*/ 425 w 1222"/>
              <a:gd name="T5" fmla="*/ 929 h 932"/>
              <a:gd name="T6" fmla="*/ 804 w 1222"/>
              <a:gd name="T7" fmla="*/ 575 h 932"/>
              <a:gd name="T8" fmla="*/ 1222 w 1222"/>
              <a:gd name="T9" fmla="*/ 700 h 932"/>
              <a:gd name="T10" fmla="*/ 1222 w 1222"/>
              <a:gd name="T11" fmla="*/ 0 h 932"/>
              <a:gd name="T12" fmla="*/ 0 w 1222"/>
              <a:gd name="T13" fmla="*/ 0 h 9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22" h="932">
                <a:moveTo>
                  <a:pt x="0" y="0"/>
                </a:moveTo>
                <a:cubicBezTo>
                  <a:pt x="0" y="567"/>
                  <a:pt x="0" y="567"/>
                  <a:pt x="0" y="567"/>
                </a:cubicBezTo>
                <a:cubicBezTo>
                  <a:pt x="0" y="567"/>
                  <a:pt x="111" y="924"/>
                  <a:pt x="425" y="929"/>
                </a:cubicBezTo>
                <a:cubicBezTo>
                  <a:pt x="610" y="932"/>
                  <a:pt x="681" y="819"/>
                  <a:pt x="804" y="575"/>
                </a:cubicBezTo>
                <a:cubicBezTo>
                  <a:pt x="953" y="597"/>
                  <a:pt x="1096" y="638"/>
                  <a:pt x="1222" y="700"/>
                </a:cubicBezTo>
                <a:cubicBezTo>
                  <a:pt x="1222" y="0"/>
                  <a:pt x="1222" y="0"/>
                  <a:pt x="1222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59" name="Titre 1">
            <a:extLst>
              <a:ext uri="{FF2B5EF4-FFF2-40B4-BE49-F238E27FC236}">
                <a16:creationId xmlns:a16="http://schemas.microsoft.com/office/drawing/2014/main" id="{FA98AEB8-061D-41B1-8B3D-F8B62456D8D9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84598" y="978131"/>
            <a:ext cx="8026069" cy="275181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6133"/>
              </a:lnSpc>
              <a:defRPr sz="44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insert section title</a:t>
            </a:r>
            <a:endParaRPr lang="pt-PT" dirty="0"/>
          </a:p>
        </p:txBody>
      </p:sp>
      <p:sp>
        <p:nvSpPr>
          <p:cNvPr id="260" name="Sous-titre 2">
            <a:extLst>
              <a:ext uri="{FF2B5EF4-FFF2-40B4-BE49-F238E27FC236}">
                <a16:creationId xmlns:a16="http://schemas.microsoft.com/office/drawing/2014/main" id="{56C34801-49BF-47C5-9121-10AB164315A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584597" y="3888939"/>
            <a:ext cx="6988463" cy="1752600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b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fr-FR" dirty="0"/>
          </a:p>
        </p:txBody>
      </p:sp>
      <p:grpSp>
        <p:nvGrpSpPr>
          <p:cNvPr id="258" name="Groupe 257">
            <a:extLst>
              <a:ext uri="{FF2B5EF4-FFF2-40B4-BE49-F238E27FC236}">
                <a16:creationId xmlns:a16="http://schemas.microsoft.com/office/drawing/2014/main" id="{75BB07C4-C16B-43EA-BE3C-52AE5AB6EDEA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64" name="Freeform 13">
              <a:extLst>
                <a:ext uri="{FF2B5EF4-FFF2-40B4-BE49-F238E27FC236}">
                  <a16:creationId xmlns:a16="http://schemas.microsoft.com/office/drawing/2014/main" id="{A9780485-C4BF-4ECA-8A72-83A10A3277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5" name="Freeform 14">
              <a:extLst>
                <a:ext uri="{FF2B5EF4-FFF2-40B4-BE49-F238E27FC236}">
                  <a16:creationId xmlns:a16="http://schemas.microsoft.com/office/drawing/2014/main" id="{84801B76-5710-4A84-B7A8-D575F34FB8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3973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441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21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e 1"/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9" name="Freeform 13"/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14"/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8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51670" y="6650661"/>
            <a:ext cx="176330" cy="123111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 dirty="0">
              <a:solidFill>
                <a:schemeClr val="bg1">
                  <a:lumMod val="6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824319D-02CC-441E-87B5-E9D15DE8CA35}"/>
              </a:ext>
            </a:extLst>
          </p:cNvPr>
          <p:cNvSpPr txBox="1">
            <a:spLocks/>
          </p:cNvSpPr>
          <p:nvPr userDrawn="1"/>
        </p:nvSpPr>
        <p:spPr>
          <a:xfrm>
            <a:off x="9017223" y="6650661"/>
            <a:ext cx="2664297" cy="1231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© Capgemini 2020. All rights reserved  </a:t>
            </a:r>
            <a:r>
              <a:rPr lang="en-US" dirty="0">
                <a:solidFill>
                  <a:schemeClr val="accent2"/>
                </a:solidFill>
              </a:rPr>
              <a:t>|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9CCBF2C1-AE84-4920-BA55-06A21A3C64E9}"/>
              </a:ext>
            </a:extLst>
          </p:cNvPr>
          <p:cNvGrpSpPr/>
          <p:nvPr userDrawn="1"/>
        </p:nvGrpSpPr>
        <p:grpSpPr>
          <a:xfrm>
            <a:off x="12355040" y="33161"/>
            <a:ext cx="360000" cy="1800000"/>
            <a:chOff x="12355040" y="33161"/>
            <a:chExt cx="360000" cy="1800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8F5EF3-2356-4B1F-860E-01CACCDDB0BA}"/>
                </a:ext>
              </a:extLst>
            </p:cNvPr>
            <p:cNvSpPr/>
            <p:nvPr userDrawn="1"/>
          </p:nvSpPr>
          <p:spPr>
            <a:xfrm>
              <a:off x="12355040" y="33161"/>
              <a:ext cx="360000" cy="36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3EC8E9-315E-47E1-AF32-83834998FDA6}"/>
                </a:ext>
              </a:extLst>
            </p:cNvPr>
            <p:cNvSpPr/>
            <p:nvPr userDrawn="1"/>
          </p:nvSpPr>
          <p:spPr>
            <a:xfrm>
              <a:off x="12355040" y="393161"/>
              <a:ext cx="360000" cy="36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DAF62B2-11CC-4B22-9A4B-18FA2DE2B586}"/>
                </a:ext>
              </a:extLst>
            </p:cNvPr>
            <p:cNvSpPr/>
            <p:nvPr userDrawn="1"/>
          </p:nvSpPr>
          <p:spPr>
            <a:xfrm>
              <a:off x="12355040" y="753161"/>
              <a:ext cx="360000" cy="36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75D6175-E1F7-4C00-B893-FDD3A3F704F4}"/>
                </a:ext>
              </a:extLst>
            </p:cNvPr>
            <p:cNvSpPr/>
            <p:nvPr userDrawn="1"/>
          </p:nvSpPr>
          <p:spPr>
            <a:xfrm>
              <a:off x="12355040" y="1113161"/>
              <a:ext cx="360000" cy="36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23D6F31-6A70-49F8-85C0-D3D2946BE1DF}"/>
                </a:ext>
              </a:extLst>
            </p:cNvPr>
            <p:cNvSpPr/>
            <p:nvPr userDrawn="1"/>
          </p:nvSpPr>
          <p:spPr>
            <a:xfrm>
              <a:off x="12355040" y="1473161"/>
              <a:ext cx="360000" cy="36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4278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84" r:id="rId2"/>
    <p:sldLayoutId id="2147483876" r:id="rId3"/>
    <p:sldLayoutId id="2147483885" r:id="rId4"/>
    <p:sldLayoutId id="2147483895" r:id="rId5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000" b="0" i="0" u="none" strike="noStrike" kern="1200" cap="none" spc="0" normalizeH="0" baseline="0" noProof="0" dirty="0">
          <a:ln>
            <a:noFill/>
          </a:ln>
          <a:solidFill>
            <a:schemeClr val="accent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539750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900113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1260475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1620838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75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emf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86DB74B-8221-47B3-B1FC-D44EB83C4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6" y="107391"/>
            <a:ext cx="1962150" cy="4502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0448" y="535753"/>
            <a:ext cx="2894432" cy="598580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844083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9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5999167" y="923523"/>
            <a:ext cx="0" cy="5402855"/>
          </a:xfrm>
          <a:prstGeom prst="line">
            <a:avLst/>
          </a:prstGeom>
          <a:ln>
            <a:solidFill>
              <a:srgbClr val="6E003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3411" y="2833191"/>
            <a:ext cx="2052996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Ubuntu" panose="020B0504030602030204" pitchFamily="34" charset="0"/>
              </a:rPr>
              <a:t>Sheik Nazarana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92" y="3079993"/>
            <a:ext cx="18814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200" dirty="0">
                <a:solidFill>
                  <a:srgbClr val="FFFFFF"/>
                </a:solidFill>
                <a:latin typeface="Ubuntu" panose="020B0504030602030204" pitchFamily="34" charset="0"/>
                <a:cs typeface="Arial" charset="0"/>
              </a:rPr>
              <a:t>A4 Analyst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841" y="3723248"/>
            <a:ext cx="24876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4408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 panose="020B0504030602030204" pitchFamily="34" charset="0"/>
                <a:cs typeface="Arial" charset="0"/>
              </a:rPr>
              <a:t>Core Competencies: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565" y="3462494"/>
            <a:ext cx="2894432" cy="268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44083" rtl="0" eaLnBrk="1" fontAlgn="base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57117" y="592902"/>
            <a:ext cx="26517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44083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67195" algn="r"/>
              </a:tabLst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buntu" panose="020B0504030602030204" pitchFamily="34" charset="0"/>
                <a:cs typeface="Calibri" pitchFamily="34" charset="0"/>
              </a:rPr>
              <a:t>Training Background</a:t>
            </a:r>
          </a:p>
        </p:txBody>
      </p: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3304364" y="893034"/>
            <a:ext cx="2560320" cy="0"/>
          </a:xfrm>
          <a:prstGeom prst="line">
            <a:avLst/>
          </a:prstGeom>
          <a:ln>
            <a:solidFill>
              <a:schemeClr val="accent2"/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276225" y="1088663"/>
            <a:ext cx="2651760" cy="2416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000" dirty="0">
                <a:latin typeface="Ubuntu" panose="020B0504030602030204" pitchFamily="34" charset="0"/>
              </a:rPr>
              <a:t>Trained on Selenium Automation testing in java for 3 months</a:t>
            </a:r>
            <a:r>
              <a:rPr lang="en-US" sz="1000" dirty="0">
                <a:latin typeface="Ubuntu" panose="020B0504030602030204" pitchFamily="34" charset="0"/>
              </a:rPr>
              <a:t>.</a:t>
            </a:r>
            <a:endParaRPr lang="en-IN" sz="1000" dirty="0">
              <a:latin typeface="Ubuntu" panose="020B0504030602030204" pitchFamily="34" charset="0"/>
            </a:endParaRP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000" dirty="0">
                <a:latin typeface="Ubuntu" panose="020B0504030602030204" pitchFamily="34" charset="0"/>
              </a:rPr>
              <a:t>Cars Guide website Automation Testing as training project</a:t>
            </a:r>
            <a:r>
              <a:rPr lang="en-US" sz="1000" dirty="0">
                <a:latin typeface="Ubuntu" panose="020B0504030602030204" pitchFamily="34" charset="0"/>
              </a:rPr>
              <a:t>.</a:t>
            </a: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latin typeface="Ubuntu" panose="020B0504030602030204" pitchFamily="34" charset="0"/>
              </a:rPr>
              <a:t>As a team member completed the team task and activities.</a:t>
            </a:r>
            <a:endParaRPr lang="en-IN" sz="1000" dirty="0">
              <a:latin typeface="Ubuntu" panose="020B0504030602030204" pitchFamily="34" charset="0"/>
            </a:endParaRP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latin typeface="Ubuntu" panose="020B0504030602030204" pitchFamily="34" charset="0"/>
              </a:rPr>
              <a:t>Proven ability to quickly learn new technologies and apply them in business solutions.</a:t>
            </a: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latin typeface="Ubuntu" panose="020B0504030602030204" pitchFamily="34" charset="0"/>
              </a:rPr>
              <a:t>Had an idea of python concepts like class and objects ,loops ,conditions , iterables and collections, lambda functions.</a:t>
            </a:r>
            <a:br>
              <a:rPr lang="en-US" sz="1000" dirty="0">
                <a:latin typeface="Ubuntu" panose="020B0504030602030204" pitchFamily="34" charset="0"/>
              </a:rPr>
            </a:br>
            <a:r>
              <a:rPr lang="en-US" sz="1000" dirty="0">
                <a:latin typeface="Ubuntu" panose="020B0504030602030204" pitchFamily="34" charset="0"/>
              </a:rPr>
              <a:t>NumPy and Pandas .</a:t>
            </a:r>
            <a:endParaRPr lang="en-IN" sz="1000" dirty="0">
              <a:latin typeface="Ubuntu" panose="020B0504030602030204" pitchFamily="34" charset="0"/>
            </a:endParaRPr>
          </a:p>
          <a:p>
            <a:pPr>
              <a:buClr>
                <a:srgbClr val="0070C0"/>
              </a:buClr>
            </a:pPr>
            <a:endParaRPr lang="en-IN" sz="1100" dirty="0">
              <a:latin typeface="Ubuntu" panose="020B0504030602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19923" y="3860051"/>
            <a:ext cx="2651760" cy="2728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127" lvl="2" indent="-176127" defTabSz="844083" fontAlgn="base">
              <a:spcAft>
                <a:spcPts val="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en-US" sz="1000" dirty="0">
                <a:latin typeface="Ubuntu" panose="020B0504030602030204" pitchFamily="34" charset="0"/>
              </a:rPr>
              <a:t>Bachelor of Engineering (JNTUK university)</a:t>
            </a:r>
          </a:p>
          <a:p>
            <a:pPr marL="0" lvl="2" defTabSz="844083" fontAlgn="base">
              <a:spcAft>
                <a:spcPts val="200"/>
              </a:spcAft>
              <a:buClr>
                <a:schemeClr val="accent1"/>
              </a:buClr>
              <a:buSzPct val="100000"/>
            </a:pPr>
            <a:endParaRPr lang="en-US" sz="1000" dirty="0">
              <a:latin typeface="Ubuntu" panose="020B0504030602030204" pitchFamily="34" charset="0"/>
            </a:endParaRPr>
          </a:p>
          <a:p>
            <a:pPr marL="0" lvl="2" defTabSz="844083" fontAlgn="base"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GB" sz="1200" b="1" dirty="0">
                <a:solidFill>
                  <a:srgbClr val="0070C0"/>
                </a:solidFill>
                <a:latin typeface="Ubuntu" panose="020B0504030602030204" pitchFamily="34" charset="0"/>
                <a:cs typeface="Calibri" pitchFamily="34" charset="0"/>
              </a:rPr>
              <a:t>Certifications</a:t>
            </a:r>
          </a:p>
          <a:p>
            <a:pPr marL="0" lvl="2" defTabSz="844083" fontAlgn="base">
              <a:spcAft>
                <a:spcPts val="200"/>
              </a:spcAft>
              <a:buClr>
                <a:schemeClr val="accent1"/>
              </a:buClr>
              <a:buSzPct val="100000"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Ubuntu" panose="020B0504030602030204" pitchFamily="34" charset="0"/>
              <a:cs typeface="Calibri" pitchFamily="34" charset="0"/>
            </a:endParaRP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latin typeface="Ubuntu" panose="020B0504030602030204" pitchFamily="34" charset="0"/>
              </a:rPr>
              <a:t>Hacker Rank certification on SQL (Basics And Intermediate) and Pythons (Basics).</a:t>
            </a: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latin typeface="Ubuntu" panose="020B0504030602030204" pitchFamily="34" charset="0"/>
              </a:rPr>
              <a:t>Completed Coursera courses on Python , SQL ,NumPy and Pandas</a:t>
            </a:r>
          </a:p>
          <a:p>
            <a:pPr marL="0" lvl="2" defTabSz="844083" fontAlgn="base">
              <a:spcAft>
                <a:spcPts val="200"/>
              </a:spcAft>
              <a:buClr>
                <a:schemeClr val="accent1"/>
              </a:buClr>
              <a:buSzPct val="100000"/>
            </a:pPr>
            <a:endParaRPr lang="en-IN" sz="1200" b="1" dirty="0">
              <a:solidFill>
                <a:srgbClr val="0070C0"/>
              </a:solidFill>
              <a:latin typeface="Ubuntu" panose="020B0504030602030204" pitchFamily="34" charset="0"/>
              <a:cs typeface="Calibri" pitchFamily="34" charset="0"/>
            </a:endParaRPr>
          </a:p>
          <a:p>
            <a:pPr marL="0" lvl="2" defTabSz="844083" fontAlgn="base">
              <a:spcAft>
                <a:spcPts val="200"/>
              </a:spcAft>
              <a:buClr>
                <a:schemeClr val="accent1"/>
              </a:buClr>
              <a:buSzPct val="100000"/>
            </a:pPr>
            <a:endParaRPr lang="en-US" sz="1200" dirty="0">
              <a:latin typeface="Ubuntu" panose="020B0504030602030204" pitchFamily="34" charset="0"/>
            </a:endParaRPr>
          </a:p>
          <a:p>
            <a:pPr marL="0" lvl="2" defTabSz="844083" fontAlgn="base">
              <a:spcAft>
                <a:spcPts val="200"/>
              </a:spcAft>
              <a:buClr>
                <a:schemeClr val="accent1"/>
              </a:buClr>
              <a:buSzPct val="100000"/>
            </a:pPr>
            <a:endParaRPr lang="en-US" sz="1000" dirty="0">
              <a:latin typeface="Ubuntu" panose="020B0504030602030204" pitchFamily="34" charset="0"/>
            </a:endParaRPr>
          </a:p>
          <a:p>
            <a:pPr marL="0" lvl="2" defTabSz="844083" fontAlgn="base">
              <a:spcAft>
                <a:spcPts val="200"/>
              </a:spcAft>
              <a:buClr>
                <a:schemeClr val="accent1"/>
              </a:buClr>
              <a:buSzPct val="100000"/>
            </a:pPr>
            <a:endParaRPr lang="en-US" sz="1000" dirty="0">
              <a:solidFill>
                <a:srgbClr val="000000"/>
              </a:solidFill>
              <a:latin typeface="Ubuntu" panose="020B0504030602030204" pitchFamily="34" charset="0"/>
              <a:cs typeface="Calibri" pitchFamily="34" charset="0"/>
            </a:endParaRPr>
          </a:p>
          <a:p>
            <a:pPr marL="0" lvl="2" defTabSz="844083" fontAlgn="base">
              <a:spcAft>
                <a:spcPts val="200"/>
              </a:spcAft>
              <a:buClr>
                <a:schemeClr val="accent1"/>
              </a:buClr>
              <a:buSzPct val="100000"/>
            </a:pPr>
            <a:endParaRPr lang="en-US" sz="1000" dirty="0">
              <a:solidFill>
                <a:srgbClr val="000000"/>
              </a:solidFill>
              <a:latin typeface="Ubuntu" panose="020B0504030602030204" pitchFamily="34" charset="0"/>
              <a:cs typeface="Calibri" pitchFamily="34" charset="0"/>
            </a:endParaRPr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445218" y="3462845"/>
            <a:ext cx="2488071" cy="0"/>
          </a:xfrm>
          <a:prstGeom prst="line">
            <a:avLst/>
          </a:prstGeom>
          <a:ln>
            <a:solidFill>
              <a:schemeClr val="bg1"/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 bwMode="auto">
          <a:xfrm>
            <a:off x="10560497" y="87995"/>
            <a:ext cx="152999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Calibri" pitchFamily="34" charset="0"/>
                <a:cs typeface="Calibri" pitchFamily="34" charset="0"/>
              </a:rPr>
              <a:t>+919133233643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7902" y="596985"/>
            <a:ext cx="48574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44083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67195" algn="r"/>
              </a:tabLst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buntu" panose="020B0504030602030204" pitchFamily="34" charset="0"/>
                <a:cs typeface="Calibri" pitchFamily="34" charset="0"/>
              </a:rPr>
              <a:t>Project Highlights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 flipV="1">
            <a:off x="6107862" y="851904"/>
            <a:ext cx="5676770" cy="10863"/>
          </a:xfrm>
          <a:prstGeom prst="line">
            <a:avLst/>
          </a:prstGeom>
          <a:ln>
            <a:solidFill>
              <a:schemeClr val="accent2"/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061167" y="893033"/>
            <a:ext cx="5861262" cy="4805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b="1" dirty="0">
                <a:latin typeface="Ubuntu" panose="020B0504030602030204" pitchFamily="34" charset="0"/>
              </a:rPr>
              <a:t>Cars Guide website Automation Testing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1000" dirty="0">
                <a:latin typeface="Ubuntu" panose="020B0504030602030204" pitchFamily="34" charset="0"/>
              </a:rPr>
              <a:t>The cars guide application has different modules like login , search, cart, newsfeed, dropdown, logout.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1000" dirty="0">
                <a:latin typeface="Ubuntu" panose="020B0504030602030204" pitchFamily="34" charset="0"/>
              </a:rPr>
              <a:t>To write test cases for login modules to check the functionality and working of objects in cars guide web application.</a:t>
            </a: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000" dirty="0">
                <a:latin typeface="Ubuntu" panose="020B0504030602030204" pitchFamily="34" charset="0"/>
              </a:rPr>
              <a:t>Developed and tested scenarios written  for Login module</a:t>
            </a: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latin typeface="Ubuntu" panose="020B0504030602030204" pitchFamily="34" charset="0"/>
              </a:rPr>
              <a:t>Involved in test case development, test case execution, test case review.</a:t>
            </a:r>
            <a:endParaRPr lang="en-IN" sz="1000" dirty="0">
              <a:latin typeface="Ubuntu" panose="020B0504030602030204" pitchFamily="34" charset="0"/>
            </a:endParaRP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000" dirty="0">
                <a:latin typeface="Ubuntu" panose="020B0504030602030204" pitchFamily="34" charset="0"/>
              </a:rPr>
              <a:t>Providing information to the team members for understanding the flow of the project and execution and troubleshooting.</a:t>
            </a: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000" dirty="0">
                <a:latin typeface="Ubuntu" panose="020B0504030602030204" pitchFamily="34" charset="0"/>
              </a:rPr>
              <a:t>Used cucumber framework in this project.</a:t>
            </a: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000" dirty="0">
                <a:latin typeface="Ubuntu" panose="020B0504030602030204" pitchFamily="34" charset="0"/>
              </a:rPr>
              <a:t>Used TestNG Selenium Testing framework for unit testing.</a:t>
            </a: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000" dirty="0">
                <a:latin typeface="Ubuntu" panose="020B0504030602030204" pitchFamily="34" charset="0"/>
              </a:rPr>
              <a:t>Used Gherkins for formatting and cucumber step generations.</a:t>
            </a: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latin typeface="Ubuntu" panose="020B0504030602030204" pitchFamily="34" charset="0"/>
              </a:rPr>
              <a:t> Used POM Model for optimizing  test instances </a:t>
            </a:r>
          </a:p>
          <a:p>
            <a:pPr marL="171450" indent="-1714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latin typeface="Ubuntu" panose="020B0504030602030204" pitchFamily="34" charset="0"/>
              </a:rPr>
              <a:t>Used GitHub for Version control and collaboration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</a:pPr>
            <a:endParaRPr lang="en-IN" sz="1000" dirty="0">
              <a:latin typeface="Ubuntu" panose="020B0504030602030204" pitchFamily="34" charset="0"/>
            </a:endParaRPr>
          </a:p>
          <a:p>
            <a:pPr marL="0" marR="0" lvl="0" indent="0" algn="l" defTabSz="844083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67195" algn="r"/>
              </a:tabLst>
              <a:defRPr/>
            </a:pPr>
            <a:r>
              <a:rPr lang="en-GB" sz="1200" b="1" dirty="0">
                <a:solidFill>
                  <a:srgbClr val="0070C0"/>
                </a:solidFill>
                <a:latin typeface="Ubuntu" panose="020B0504030602030204" pitchFamily="34" charset="0"/>
                <a:cs typeface="Calibri" pitchFamily="34" charset="0"/>
              </a:rPr>
              <a:t>Competencies</a:t>
            </a:r>
          </a:p>
          <a:p>
            <a:pPr marL="0" marR="0" lvl="0" indent="0" algn="l" defTabSz="844083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67195" algn="r"/>
              </a:tabLst>
              <a:defRPr/>
            </a:pPr>
            <a:endParaRPr lang="en-IN" sz="1000" dirty="0">
              <a:latin typeface="Ubuntu" panose="020B0504030602030204" pitchFamily="34" charset="0"/>
            </a:endParaRPr>
          </a:p>
          <a:p>
            <a:r>
              <a:rPr lang="en-IN" sz="1000" dirty="0">
                <a:latin typeface="Ubuntu" panose="020B0504030602030204" pitchFamily="34" charset="0"/>
              </a:rPr>
              <a:t> 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1050" dirty="0">
                <a:latin typeface="Ubuntu" panose="020B0504030602030204" pitchFamily="34" charset="0"/>
              </a:rPr>
              <a:t>Framework			Cucumber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1050" dirty="0">
                <a:latin typeface="Ubuntu" panose="020B0504030602030204" pitchFamily="34" charset="0"/>
              </a:rPr>
              <a:t>Modelling Tools		HTML , CSS , JAVA SCRIPT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1050" dirty="0">
                <a:latin typeface="Ubuntu" panose="020B0504030602030204" pitchFamily="34" charset="0"/>
              </a:rPr>
              <a:t>Languages			</a:t>
            </a:r>
            <a:r>
              <a:rPr lang="en-IN" sz="1050" dirty="0" err="1">
                <a:latin typeface="Ubuntu" panose="020B0504030602030204" pitchFamily="34" charset="0"/>
              </a:rPr>
              <a:t>Pytrhon</a:t>
            </a:r>
            <a:r>
              <a:rPr lang="en-IN" sz="1050" dirty="0">
                <a:latin typeface="Ubuntu" panose="020B0504030602030204" pitchFamily="34" charset="0"/>
              </a:rPr>
              <a:t>, Core Java, Selenium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1050" dirty="0">
                <a:latin typeface="Ubuntu" panose="020B0504030602030204" pitchFamily="34" charset="0"/>
              </a:rPr>
              <a:t>Database			MySQL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1050" dirty="0">
                <a:latin typeface="Ubuntu" panose="020B0504030602030204" pitchFamily="34" charset="0"/>
              </a:rPr>
              <a:t>Third Party Tools		Eclipse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1050" dirty="0">
                <a:latin typeface="Ubuntu" panose="020B0504030602030204" pitchFamily="34" charset="0"/>
              </a:rPr>
              <a:t>Operating Systems		Windows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</a:pPr>
            <a:r>
              <a:rPr lang="en-IN" sz="1050" dirty="0">
                <a:latin typeface="Ubuntu" panose="020B0504030602030204" pitchFamily="34" charset="0"/>
              </a:rPr>
              <a:t>DevOps			Jenkins , Maven</a:t>
            </a:r>
          </a:p>
          <a:p>
            <a:pPr>
              <a:buClr>
                <a:srgbClr val="0070C0"/>
              </a:buClr>
            </a:pPr>
            <a:endParaRPr lang="en-US" sz="1000" dirty="0">
              <a:latin typeface="Ubuntu" panose="020B0504030602030204" pitchFamily="34" charset="0"/>
            </a:endParaRPr>
          </a:p>
          <a:p>
            <a:pPr>
              <a:buClr>
                <a:srgbClr val="0070C0"/>
              </a:buClr>
            </a:pPr>
            <a:endParaRPr lang="en-US" sz="1000" dirty="0">
              <a:latin typeface="Ubuntu" panose="020B0504030602030204" pitchFamily="34" charset="0"/>
            </a:endParaRPr>
          </a:p>
          <a:p>
            <a:pPr>
              <a:buClr>
                <a:srgbClr val="0070C0"/>
              </a:buClr>
            </a:pPr>
            <a:endParaRPr lang="en-US" sz="1000" dirty="0">
              <a:latin typeface="Ubuntu" panose="020B0504030602030204" pitchFamily="34" charset="0"/>
            </a:endParaRPr>
          </a:p>
          <a:p>
            <a:endParaRPr lang="en-US" sz="1000" dirty="0">
              <a:latin typeface="Ubuntu" panose="020B0504030602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 bwMode="auto">
          <a:xfrm>
            <a:off x="9384957" y="254310"/>
            <a:ext cx="326377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sheik.nazarana@capgemini.com</a:t>
            </a:r>
          </a:p>
        </p:txBody>
      </p:sp>
      <p:grpSp>
        <p:nvGrpSpPr>
          <p:cNvPr id="24" name="Groupe 59"/>
          <p:cNvGrpSpPr>
            <a:grpSpLocks noChangeAspect="1"/>
          </p:cNvGrpSpPr>
          <p:nvPr/>
        </p:nvGrpSpPr>
        <p:grpSpPr>
          <a:xfrm>
            <a:off x="9768408" y="364994"/>
            <a:ext cx="168809" cy="109728"/>
            <a:chOff x="1760513" y="4284464"/>
            <a:chExt cx="225425" cy="139700"/>
          </a:xfrm>
        </p:grpSpPr>
        <p:sp>
          <p:nvSpPr>
            <p:cNvPr id="25" name="Freeform 305"/>
            <p:cNvSpPr>
              <a:spLocks/>
            </p:cNvSpPr>
            <p:nvPr/>
          </p:nvSpPr>
          <p:spPr bwMode="auto">
            <a:xfrm>
              <a:off x="1760513" y="4284464"/>
              <a:ext cx="225425" cy="1127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36"/>
                </a:cxn>
                <a:cxn ang="0">
                  <a:pos x="71" y="71"/>
                </a:cxn>
                <a:cxn ang="0">
                  <a:pos x="107" y="36"/>
                </a:cxn>
                <a:cxn ang="0">
                  <a:pos x="142" y="0"/>
                </a:cxn>
              </a:cxnLst>
              <a:rect l="0" t="0" r="r" b="b"/>
              <a:pathLst>
                <a:path w="142" h="71">
                  <a:moveTo>
                    <a:pt x="0" y="0"/>
                  </a:moveTo>
                  <a:lnTo>
                    <a:pt x="36" y="36"/>
                  </a:lnTo>
                  <a:lnTo>
                    <a:pt x="71" y="71"/>
                  </a:lnTo>
                  <a:lnTo>
                    <a:pt x="107" y="36"/>
                  </a:lnTo>
                  <a:lnTo>
                    <a:pt x="14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6" name="Line 306"/>
            <p:cNvSpPr>
              <a:spLocks noChangeShapeType="1"/>
            </p:cNvSpPr>
            <p:nvPr/>
          </p:nvSpPr>
          <p:spPr bwMode="auto">
            <a:xfrm flipV="1">
              <a:off x="1760513" y="4341614"/>
              <a:ext cx="57150" cy="82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7" name="Freeform 308"/>
            <p:cNvSpPr>
              <a:spLocks/>
            </p:cNvSpPr>
            <p:nvPr/>
          </p:nvSpPr>
          <p:spPr bwMode="auto">
            <a:xfrm>
              <a:off x="1760513" y="4284464"/>
              <a:ext cx="225425" cy="139700"/>
            </a:xfrm>
            <a:custGeom>
              <a:avLst/>
              <a:gdLst/>
              <a:ahLst/>
              <a:cxnLst>
                <a:cxn ang="0">
                  <a:pos x="120" y="88"/>
                </a:cxn>
                <a:cxn ang="0">
                  <a:pos x="0" y="88"/>
                </a:cxn>
                <a:cxn ang="0">
                  <a:pos x="0" y="0"/>
                </a:cxn>
                <a:cxn ang="0">
                  <a:pos x="142" y="0"/>
                </a:cxn>
                <a:cxn ang="0">
                  <a:pos x="142" y="88"/>
                </a:cxn>
              </a:cxnLst>
              <a:rect l="0" t="0" r="r" b="b"/>
              <a:pathLst>
                <a:path w="142" h="88">
                  <a:moveTo>
                    <a:pt x="120" y="88"/>
                  </a:moveTo>
                  <a:lnTo>
                    <a:pt x="0" y="88"/>
                  </a:lnTo>
                  <a:lnTo>
                    <a:pt x="0" y="0"/>
                  </a:lnTo>
                  <a:lnTo>
                    <a:pt x="142" y="0"/>
                  </a:lnTo>
                  <a:lnTo>
                    <a:pt x="142" y="8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pic>
        <p:nvPicPr>
          <p:cNvPr id="36" name="Picture 2" descr="Phone Icons 80 Free Icons - Phone Symbol In Circle, HD Png Download -  kindpng">
            <a:extLst>
              <a:ext uri="{FF2B5EF4-FFF2-40B4-BE49-F238E27FC236}">
                <a16:creationId xmlns:a16="http://schemas.microsoft.com/office/drawing/2014/main" id="{E624D770-DFFC-462F-8039-07FB78AE2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44" b="90000" l="5698" r="99535">
                        <a14:foregroundMark x1="32326" y1="31333" x2="32326" y2="31333"/>
                        <a14:foregroundMark x1="34186" y1="45889" x2="34186" y2="45889"/>
                        <a14:foregroundMark x1="34186" y1="45889" x2="44767" y2="57444"/>
                        <a14:foregroundMark x1="44767" y1="57444" x2="50233" y2="61444"/>
                        <a14:foregroundMark x1="67674" y1="65444" x2="46395" y2="66333"/>
                        <a14:foregroundMark x1="46395" y1="66333" x2="39302" y2="63333"/>
                        <a14:foregroundMark x1="39302" y1="63333" x2="37907" y2="62000"/>
                        <a14:foregroundMark x1="33953" y1="35667" x2="32907" y2="45333"/>
                        <a14:foregroundMark x1="32442" y1="27222" x2="32674" y2="34667"/>
                        <a14:foregroundMark x1="32674" y1="34667" x2="33953" y2="35778"/>
                        <a14:foregroundMark x1="24651" y1="14222" x2="9651" y2="32444"/>
                        <a14:foregroundMark x1="9651" y1="32444" x2="8721" y2="38222"/>
                        <a14:foregroundMark x1="7326" y1="51000" x2="5698" y2="58000"/>
                        <a14:foregroundMark x1="5698" y1="58000" x2="8837" y2="63889"/>
                        <a14:foregroundMark x1="10000" y1="65333" x2="18023" y2="77556"/>
                        <a14:foregroundMark x1="18023" y1="77556" x2="45000" y2="91778"/>
                        <a14:foregroundMark x1="45000" y1="91778" x2="68256" y2="87556"/>
                        <a14:foregroundMark x1="68256" y1="87556" x2="83627" y2="78858"/>
                        <a14:foregroundMark x1="81279" y1="77889" x2="90814" y2="64444"/>
                        <a14:foregroundMark x1="90814" y1="64444" x2="92907" y2="57333"/>
                        <a14:foregroundMark x1="90631" y1="23730" x2="90581" y2="23000"/>
                        <a14:foregroundMark x1="92907" y1="57333" x2="90939" y2="28269"/>
                        <a14:foregroundMark x1="88953" y1="31667" x2="78721" y2="18222"/>
                        <a14:foregroundMark x1="78721" y1="18222" x2="73488" y2="13111"/>
                        <a14:foregroundMark x1="73488" y1="13111" x2="66512" y2="10667"/>
                        <a14:foregroundMark x1="66512" y1="10667" x2="42907" y2="8444"/>
                        <a14:foregroundMark x1="42907" y1="8444" x2="24186" y2="14667"/>
                        <a14:backgroundMark x1="47209" y1="22444" x2="47209" y2="22444"/>
                        <a14:backgroundMark x1="61628" y1="37000" x2="61628" y2="37000"/>
                        <a14:backgroundMark x1="76512" y1="43333" x2="76512" y2="43333"/>
                        <a14:backgroundMark x1="78605" y1="60778" x2="78605" y2="60778"/>
                        <a14:backgroundMark x1="60116" y1="78667" x2="60116" y2="78667"/>
                        <a14:backgroundMark x1="26628" y1="60556" x2="26628" y2="60556"/>
                        <a14:backgroundMark x1="13140" y1="47667" x2="13140" y2="47667"/>
                        <a14:backgroundMark x1="18140" y1="37444" x2="18140" y2="37444"/>
                        <a14:backgroundMark x1="22093" y1="27667" x2="22093" y2="27667"/>
                        <a14:backgroundMark x1="35233" y1="17444" x2="35233" y2="17444"/>
                        <a14:backgroundMark x1="47674" y1="17667" x2="47674" y2="17667"/>
                        <a14:backgroundMark x1="59302" y1="19444" x2="59302" y2="19444"/>
                        <a14:backgroundMark x1="66279" y1="35111" x2="66279" y2="35111"/>
                        <a14:backgroundMark x1="80116" y1="35889" x2="80116" y2="35889"/>
                        <a14:backgroundMark x1="84186" y1="51000" x2="84186" y2="51000"/>
                        <a14:backgroundMark x1="57674" y1="51111" x2="57674" y2="51111"/>
                        <a14:backgroundMark x1="48023" y1="45667" x2="48023" y2="45667"/>
                        <a14:backgroundMark x1="44070" y1="25222" x2="44070" y2="25222"/>
                        <a14:backgroundMark x1="32791" y1="20889" x2="32791" y2="20889"/>
                        <a14:backgroundMark x1="26163" y1="21556" x2="26163" y2="21556"/>
                        <a14:backgroundMark x1="18605" y1="29111" x2="18605" y2="29111"/>
                        <a14:backgroundMark x1="18605" y1="29111" x2="18605" y2="29111"/>
                        <a14:backgroundMark x1="18256" y1="33000" x2="18256" y2="33000"/>
                        <a14:backgroundMark x1="18256" y1="33000" x2="18256" y2="33000"/>
                        <a14:backgroundMark x1="18256" y1="33333" x2="18256" y2="33333"/>
                        <a14:backgroundMark x1="18256" y1="33333" x2="18256" y2="33333"/>
                        <a14:backgroundMark x1="18256" y1="33333" x2="24302" y2="53889"/>
                        <a14:backgroundMark x1="24302" y1="53889" x2="24302" y2="53889"/>
                        <a14:backgroundMark x1="24302" y1="53889" x2="24302" y2="53889"/>
                        <a14:backgroundMark x1="32674" y1="64444" x2="32674" y2="64444"/>
                        <a14:backgroundMark x1="32674" y1="64444" x2="32674" y2="64444"/>
                        <a14:backgroundMark x1="32674" y1="64444" x2="32674" y2="64444"/>
                        <a14:backgroundMark x1="32674" y1="64444" x2="32674" y2="64444"/>
                        <a14:backgroundMark x1="32674" y1="64444" x2="32674" y2="64444"/>
                        <a14:backgroundMark x1="32674" y1="64444" x2="32674" y2="64444"/>
                        <a14:backgroundMark x1="32674" y1="64444" x2="32674" y2="64444"/>
                        <a14:backgroundMark x1="32674" y1="64444" x2="32674" y2="64444"/>
                        <a14:backgroundMark x1="32674" y1="64444" x2="32674" y2="64444"/>
                        <a14:backgroundMark x1="32674" y1="64444" x2="32674" y2="64444"/>
                        <a14:backgroundMark x1="32674" y1="64444" x2="18605" y2="54444"/>
                        <a14:backgroundMark x1="58023" y1="81556" x2="46163" y2="79667"/>
                        <a14:backgroundMark x1="62558" y1="35667" x2="80698" y2="46444"/>
                        <a14:backgroundMark x1="80698" y1="46444" x2="83256" y2="49444"/>
                        <a14:backgroundMark x1="90116" y1="25444" x2="90116" y2="25444"/>
                        <a14:backgroundMark x1="91279" y1="26889" x2="91279" y2="26889"/>
                        <a14:backgroundMark x1="91047" y1="26444" x2="90581" y2="23000"/>
                        <a14:backgroundMark x1="90465" y1="23778" x2="91860" y2="28000"/>
                        <a14:backgroundMark x1="87093" y1="77000" x2="99884" y2="74556"/>
                        <a14:backgroundMark x1="86628" y1="77000" x2="85930" y2="79444"/>
                        <a14:backgroundMark x1="86977" y1="76889" x2="86977" y2="76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9850" y="136357"/>
            <a:ext cx="170603" cy="17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A936E2B-B504-44A3-AD22-BBAC8415BCEB}"/>
              </a:ext>
            </a:extLst>
          </p:cNvPr>
          <p:cNvSpPr txBox="1"/>
          <p:nvPr/>
        </p:nvSpPr>
        <p:spPr>
          <a:xfrm>
            <a:off x="422240" y="5408411"/>
            <a:ext cx="645405" cy="26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44083" fontAlgn="base">
              <a:lnSpc>
                <a:spcPts val="1500"/>
              </a:lnSpc>
              <a:spcAft>
                <a:spcPct val="0"/>
              </a:spcAft>
              <a:buClr>
                <a:schemeClr val="bg1"/>
              </a:buClr>
            </a:pPr>
            <a:r>
              <a:rPr lang="en-GB" sz="1200" b="1" dirty="0">
                <a:solidFill>
                  <a:srgbClr val="FFFFFF"/>
                </a:solidFill>
                <a:latin typeface="Ubuntu" panose="020B0504030602030204" pitchFamily="34" charset="0"/>
                <a:ea typeface="Verdana" panose="020B0604030504040204" pitchFamily="34" charset="0"/>
                <a:cs typeface="Arial"/>
              </a:rPr>
              <a:t>Tools: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9DD65-AB77-4D9B-B925-26E62C8E67FA}"/>
              </a:ext>
            </a:extLst>
          </p:cNvPr>
          <p:cNvSpPr txBox="1"/>
          <p:nvPr/>
        </p:nvSpPr>
        <p:spPr>
          <a:xfrm>
            <a:off x="425795" y="5707382"/>
            <a:ext cx="2530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Ubuntu" panose="020B0504030602030204" pitchFamily="34" charset="0"/>
              </a:rPr>
              <a:t> Python, Eclipse, GIT ,SQL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19673A-D9D7-44C2-8493-C859323E3C4A}"/>
              </a:ext>
            </a:extLst>
          </p:cNvPr>
          <p:cNvSpPr txBox="1"/>
          <p:nvPr/>
        </p:nvSpPr>
        <p:spPr>
          <a:xfrm>
            <a:off x="432260" y="3930528"/>
            <a:ext cx="2597809" cy="194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>
                  <a:lumMod val="95000"/>
                </a:schemeClr>
              </a:buClr>
            </a:pPr>
            <a:r>
              <a:rPr lang="en-IN" sz="1200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</a:p>
          <a:p>
            <a:pPr marL="171450" indent="-1714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latin typeface="Ubuntu" panose="020B0504030602030204" pitchFamily="34" charset="0"/>
              </a:rPr>
              <a:t>Python </a:t>
            </a:r>
            <a:r>
              <a:rPr lang="en-IN" sz="1200">
                <a:solidFill>
                  <a:schemeClr val="bg1"/>
                </a:solidFill>
                <a:latin typeface="Ubuntu" panose="020B0504030602030204" pitchFamily="34" charset="0"/>
              </a:rPr>
              <a:t>with Database</a:t>
            </a:r>
          </a:p>
          <a:p>
            <a:pPr marL="171450" indent="-1714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1200">
                <a:solidFill>
                  <a:schemeClr val="bg1"/>
                </a:solidFill>
                <a:latin typeface="Ubuntu" panose="020B0504030602030204" pitchFamily="34" charset="0"/>
              </a:rPr>
              <a:t>Selenium </a:t>
            </a:r>
            <a:r>
              <a:rPr lang="en-IN" sz="1200" dirty="0">
                <a:solidFill>
                  <a:schemeClr val="bg1"/>
                </a:solidFill>
                <a:latin typeface="Ubuntu" panose="020B0504030602030204" pitchFamily="34" charset="0"/>
              </a:rPr>
              <a:t>automation  testing with java</a:t>
            </a:r>
          </a:p>
          <a:p>
            <a:pPr marL="171450" indent="-1714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latin typeface="Ubuntu" panose="020B0504030602030204" pitchFamily="34" charset="0"/>
              </a:rPr>
              <a:t>Test Automation</a:t>
            </a:r>
          </a:p>
          <a:p>
            <a:pPr marL="171450" indent="-1714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latin typeface="Ubuntu" panose="020B0504030602030204" pitchFamily="34" charset="0"/>
              </a:rPr>
              <a:t>Agile Methodologies</a:t>
            </a:r>
          </a:p>
          <a:p>
            <a:pPr marL="171450" indent="-1714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latin typeface="Ubuntu" panose="020B0504030602030204" pitchFamily="34" charset="0"/>
              </a:rPr>
              <a:t>Team management</a:t>
            </a:r>
          </a:p>
          <a:p>
            <a:pPr>
              <a:buClr>
                <a:schemeClr val="bg1">
                  <a:lumMod val="95000"/>
                </a:schemeClr>
              </a:buClr>
            </a:pPr>
            <a:endParaRPr lang="en-IN" sz="1200" dirty="0">
              <a:solidFill>
                <a:schemeClr val="bg1"/>
              </a:solidFill>
              <a:latin typeface="Ubuntu" panose="020B0504030602030204" pitchFamily="34" charset="0"/>
            </a:endParaRPr>
          </a:p>
          <a:p>
            <a:pPr defTabSz="844083" fontAlgn="base">
              <a:lnSpc>
                <a:spcPts val="1500"/>
              </a:lnSpc>
              <a:spcAft>
                <a:spcPct val="0"/>
              </a:spcAft>
              <a:buClr>
                <a:schemeClr val="bg1"/>
              </a:buClr>
            </a:pPr>
            <a:endParaRPr lang="en-US" sz="1200" dirty="0">
              <a:solidFill>
                <a:srgbClr val="FFFFFF"/>
              </a:solidFill>
              <a:latin typeface="Ubuntu" panose="020B0504030602030204" pitchFamily="34" charset="0"/>
              <a:ea typeface="Verdana"/>
              <a:cs typeface="Arial" charset="0"/>
            </a:endParaRPr>
          </a:p>
          <a:p>
            <a:pPr marL="285750" indent="-2857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</a:pPr>
            <a:endParaRPr lang="en-IN" sz="120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966899-FB62-482F-B624-3A65190342B8}"/>
              </a:ext>
            </a:extLst>
          </p:cNvPr>
          <p:cNvSpPr/>
          <p:nvPr/>
        </p:nvSpPr>
        <p:spPr>
          <a:xfrm>
            <a:off x="3254628" y="3356992"/>
            <a:ext cx="26517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44083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67195" algn="r"/>
              </a:tabLst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buntu" panose="020B0504030602030204" pitchFamily="34" charset="0"/>
                <a:cs typeface="Calibri" pitchFamily="34" charset="0"/>
              </a:rPr>
              <a:t>Education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39714C8-C1C9-4EB1-AE23-A6CD5D547BB2}"/>
              </a:ext>
            </a:extLst>
          </p:cNvPr>
          <p:cNvCxnSpPr>
            <a:cxnSpLocks/>
          </p:cNvCxnSpPr>
          <p:nvPr/>
        </p:nvCxnSpPr>
        <p:spPr>
          <a:xfrm>
            <a:off x="3254628" y="3717032"/>
            <a:ext cx="2560320" cy="0"/>
          </a:xfrm>
          <a:prstGeom prst="line">
            <a:avLst/>
          </a:prstGeom>
          <a:ln>
            <a:solidFill>
              <a:schemeClr val="accent2"/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E63F476-4181-7F67-0CF3-8E8F98E259C8}"/>
              </a:ext>
            </a:extLst>
          </p:cNvPr>
          <p:cNvSpPr/>
          <p:nvPr/>
        </p:nvSpPr>
        <p:spPr>
          <a:xfrm>
            <a:off x="937175" y="851904"/>
            <a:ext cx="1270393" cy="18129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Photo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2B0BED7-4928-253B-6ADE-C6E7DB415987}"/>
              </a:ext>
            </a:extLst>
          </p:cNvPr>
          <p:cNvCxnSpPr>
            <a:cxnSpLocks/>
          </p:cNvCxnSpPr>
          <p:nvPr/>
        </p:nvCxnSpPr>
        <p:spPr>
          <a:xfrm flipV="1">
            <a:off x="6212884" y="3694752"/>
            <a:ext cx="5676770" cy="10863"/>
          </a:xfrm>
          <a:prstGeom prst="line">
            <a:avLst/>
          </a:prstGeom>
          <a:ln>
            <a:solidFill>
              <a:schemeClr val="accent2"/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308963-93E2-62C4-AFA6-1EEBFA1FA918}"/>
              </a:ext>
            </a:extLst>
          </p:cNvPr>
          <p:cNvCxnSpPr>
            <a:cxnSpLocks/>
          </p:cNvCxnSpPr>
          <p:nvPr/>
        </p:nvCxnSpPr>
        <p:spPr>
          <a:xfrm>
            <a:off x="3219923" y="4752551"/>
            <a:ext cx="2560320" cy="0"/>
          </a:xfrm>
          <a:prstGeom prst="line">
            <a:avLst/>
          </a:prstGeom>
          <a:ln>
            <a:solidFill>
              <a:schemeClr val="accent2"/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E5DA9241-70F3-08C6-7896-963DD55B2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04" y="851904"/>
            <a:ext cx="1661345" cy="19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146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ection break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-template_Capgemini-2020.potx" id="{A746830B-8F0F-4B04-8E82-18E8B759B54C}" vid="{40CA8ED5-1087-4E8E-9972-3A2AA41CB2FD}"/>
    </a:ext>
  </a:extLst>
</a:theme>
</file>

<file path=ppt/theme/theme2.xml><?xml version="1.0" encoding="utf-8"?>
<a:theme xmlns:a="http://schemas.openxmlformats.org/drawingml/2006/main" name="Tema do Office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09E02F3FFECA42B368F1E06DF5FC31" ma:contentTypeVersion="7" ma:contentTypeDescription="Create a new document." ma:contentTypeScope="" ma:versionID="9d08b811fa2d77d3b63b5733cca69c13">
  <xsd:schema xmlns:xsd="http://www.w3.org/2001/XMLSchema" xmlns:xs="http://www.w3.org/2001/XMLSchema" xmlns:p="http://schemas.microsoft.com/office/2006/metadata/properties" xmlns:ns3="8d51f10c-a171-40ed-8640-cea1940b0b87" xmlns:ns4="08addddf-bbc1-48dc-81ae-dc8515db94dc" targetNamespace="http://schemas.microsoft.com/office/2006/metadata/properties" ma:root="true" ma:fieldsID="cc2088b6011b7027c81681245496c817" ns3:_="" ns4:_="">
    <xsd:import namespace="8d51f10c-a171-40ed-8640-cea1940b0b87"/>
    <xsd:import namespace="08addddf-bbc1-48dc-81ae-dc8515db94d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51f10c-a171-40ed-8640-cea1940b0b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ddddf-bbc1-48dc-81ae-dc8515db94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1BD7BC-B457-475E-A59A-A028C138A5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A05ED0-55A3-4B82-84B0-42709D411BCE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8d51f10c-a171-40ed-8640-cea1940b0b87"/>
    <ds:schemaRef ds:uri="http://schemas.microsoft.com/office/infopath/2007/PartnerControls"/>
    <ds:schemaRef ds:uri="http://purl.org/dc/elements/1.1/"/>
    <ds:schemaRef ds:uri="08addddf-bbc1-48dc-81ae-dc8515db94d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E4E9C65-D0EA-4F9E-AD75-F70C3DC7EC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51f10c-a171-40ed-8640-cea1940b0b87"/>
    <ds:schemaRef ds:uri="08addddf-bbc1-48dc-81ae-dc8515db94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1973</TotalTime>
  <Words>329</Words>
  <Application>Microsoft Office PowerPoint</Application>
  <PresentationFormat>Widescreen</PresentationFormat>
  <Paragraphs>56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Ubuntu</vt:lpstr>
      <vt:lpstr>Verdana</vt:lpstr>
      <vt:lpstr>Wingdings</vt:lpstr>
      <vt:lpstr>Section break</vt:lpstr>
      <vt:lpstr>think-cell Slide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 template</dc:subject>
  <dc:creator>Tendulkar, Darshan</dc:creator>
  <cp:lastModifiedBy>Nazarana, Sheik</cp:lastModifiedBy>
  <cp:revision>151</cp:revision>
  <dcterms:created xsi:type="dcterms:W3CDTF">2021-04-28T09:46:20Z</dcterms:created>
  <dcterms:modified xsi:type="dcterms:W3CDTF">2023-04-07T08:16:21Z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0x010100F109E02F3FFECA42B368F1E06DF5FC31</vt:lpwstr>
  </property>
</Properties>
</file>